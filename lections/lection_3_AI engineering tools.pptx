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73f2efe07471f" /><Relationship Type="http://schemas.openxmlformats.org/officeDocument/2006/relationships/extended-properties" Target="/docProps/app.xml" Id="Rf64db8a9dc584073" /><Relationship Type="http://schemas.openxmlformats.org/officeDocument/2006/relationships/officeDocument" Target="/ppt/presentation.xml" Id="R5b0d83b012fe4fa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9b76a2c3ff045be"/>
    <p:sldMasterId xmlns:r="http://schemas.openxmlformats.org/officeDocument/2006/relationships" id="2147483660" r:id="R3bef3fb688724fd1"/>
  </p:sldMasterIdLst>
  <p:notesMasterIdLst>
    <p:notesMasterId xmlns:r="http://schemas.openxmlformats.org/officeDocument/2006/relationships" r:id="Rcf4083e5d0c6444c"/>
  </p:notesMasterIdLst>
  <p:sldIdLst>
    <p:sldId xmlns:r="http://schemas.openxmlformats.org/officeDocument/2006/relationships" id="256" r:id="Rdb01805d10eb4961"/>
    <p:sldId xmlns:r="http://schemas.openxmlformats.org/officeDocument/2006/relationships" id="257" r:id="Rf2e73e982b0e440d"/>
    <p:sldId xmlns:r="http://schemas.openxmlformats.org/officeDocument/2006/relationships" id="258" r:id="R4822be1edfc5457f"/>
    <p:sldId xmlns:r="http://schemas.openxmlformats.org/officeDocument/2006/relationships" id="259" r:id="Rab9b2c2ad3794c99"/>
    <p:sldId xmlns:r="http://schemas.openxmlformats.org/officeDocument/2006/relationships" id="260" r:id="R752b9a0cb22b4c6f"/>
    <p:sldId xmlns:r="http://schemas.openxmlformats.org/officeDocument/2006/relationships" id="261" r:id="Rd08238c066dc4812"/>
    <p:sldId xmlns:r="http://schemas.openxmlformats.org/officeDocument/2006/relationships" id="262" r:id="R90d6f7754e614a13"/>
    <p:sldId xmlns:r="http://schemas.openxmlformats.org/officeDocument/2006/relationships" id="263" r:id="R2db4ec399e8742fd"/>
    <p:sldId xmlns:r="http://schemas.openxmlformats.org/officeDocument/2006/relationships" id="264" r:id="R57e4a72543bd4504"/>
    <p:sldId xmlns:r="http://schemas.openxmlformats.org/officeDocument/2006/relationships" id="265" r:id="R5d9277ebf6af439d"/>
    <p:sldId xmlns:r="http://schemas.openxmlformats.org/officeDocument/2006/relationships" id="266" r:id="Rf87833d33d1746b7"/>
    <p:sldId xmlns:r="http://schemas.openxmlformats.org/officeDocument/2006/relationships" id="267" r:id="R0b1c246cda74419a"/>
    <p:sldId xmlns:r="http://schemas.openxmlformats.org/officeDocument/2006/relationships" id="268" r:id="R64b393ee3fe04a7f"/>
    <p:sldId xmlns:r="http://schemas.openxmlformats.org/officeDocument/2006/relationships" id="269" r:id="R0093c61a6b174f5f"/>
    <p:sldId xmlns:r="http://schemas.openxmlformats.org/officeDocument/2006/relationships" id="270" r:id="R4138df7dc0b24861"/>
    <p:sldId xmlns:r="http://schemas.openxmlformats.org/officeDocument/2006/relationships" id="271" r:id="Rbd6f81a03c89427e"/>
    <p:sldId xmlns:r="http://schemas.openxmlformats.org/officeDocument/2006/relationships" id="272" r:id="Rb49d53f75bba4b5e"/>
    <p:sldId xmlns:r="http://schemas.openxmlformats.org/officeDocument/2006/relationships" id="273" r:id="R8e6486eda031438b"/>
    <p:sldId xmlns:r="http://schemas.openxmlformats.org/officeDocument/2006/relationships" id="274" r:id="R60ee2443436d4b8b"/>
    <p:sldId xmlns:r="http://schemas.openxmlformats.org/officeDocument/2006/relationships" id="275" r:id="Rece93e2ff643451f"/>
    <p:sldId xmlns:r="http://schemas.openxmlformats.org/officeDocument/2006/relationships" id="276" r:id="R94fe1ead2d3b445b"/>
    <p:sldId xmlns:r="http://schemas.openxmlformats.org/officeDocument/2006/relationships" id="277" r:id="R807745457deb4b75"/>
    <p:sldId xmlns:r="http://schemas.openxmlformats.org/officeDocument/2006/relationships" id="278" r:id="R1d720c9ece44483e"/>
    <p:sldId xmlns:r="http://schemas.openxmlformats.org/officeDocument/2006/relationships" id="279" r:id="Rc31fda3d7ee443c5"/>
    <p:sldId xmlns:r="http://schemas.openxmlformats.org/officeDocument/2006/relationships" id="280" r:id="Rdfb4cdbb30af4cd3"/>
    <p:sldId xmlns:r="http://schemas.openxmlformats.org/officeDocument/2006/relationships" id="281" r:id="R5ac39430137a4729"/>
    <p:sldId xmlns:r="http://schemas.openxmlformats.org/officeDocument/2006/relationships" id="282" r:id="R6b398c579fd649fc"/>
    <p:sldId xmlns:r="http://schemas.openxmlformats.org/officeDocument/2006/relationships" id="283" r:id="R07a48865639a470e"/>
    <p:sldId xmlns:r="http://schemas.openxmlformats.org/officeDocument/2006/relationships" id="284" r:id="R821d1527e5a74ce6"/>
    <p:sldId xmlns:r="http://schemas.openxmlformats.org/officeDocument/2006/relationships" id="285" r:id="Rafe3663a41ba4da7"/>
    <p:sldId xmlns:r="http://schemas.openxmlformats.org/officeDocument/2006/relationships" id="286" r:id="R26b2f08d2fb94994"/>
    <p:sldId xmlns:r="http://schemas.openxmlformats.org/officeDocument/2006/relationships" id="287" r:id="R975b3b4ce7c94afe"/>
    <p:sldId xmlns:r="http://schemas.openxmlformats.org/officeDocument/2006/relationships" id="288" r:id="Rcde23ee480e84856"/>
    <p:sldId xmlns:r="http://schemas.openxmlformats.org/officeDocument/2006/relationships" id="289" r:id="R954ecf80748c48e8"/>
    <p:sldId xmlns:r="http://schemas.openxmlformats.org/officeDocument/2006/relationships" id="290" r:id="R408e289713a041df"/>
    <p:sldId xmlns:r="http://schemas.openxmlformats.org/officeDocument/2006/relationships" id="291" r:id="R97a61aae32894b41"/>
    <p:sldId xmlns:r="http://schemas.openxmlformats.org/officeDocument/2006/relationships" id="292" r:id="R733c9fa9a823466d"/>
    <p:sldId xmlns:r="http://schemas.openxmlformats.org/officeDocument/2006/relationships" id="293" r:id="Reaa1cb718d794891"/>
    <p:sldId xmlns:r="http://schemas.openxmlformats.org/officeDocument/2006/relationships" id="294" r:id="Re3647adc9b354852"/>
    <p:sldId xmlns:r="http://schemas.openxmlformats.org/officeDocument/2006/relationships" id="295" r:id="R118a07f4429f46f8"/>
    <p:sldId xmlns:r="http://schemas.openxmlformats.org/officeDocument/2006/relationships" id="296" r:id="R4fbb637a90de412a"/>
    <p:sldId xmlns:r="http://schemas.openxmlformats.org/officeDocument/2006/relationships" id="297" r:id="Rcb0810a6a7384218"/>
    <p:sldId xmlns:r="http://schemas.openxmlformats.org/officeDocument/2006/relationships" id="298" r:id="R885b1fb72eb14e9f"/>
    <p:sldId xmlns:r="http://schemas.openxmlformats.org/officeDocument/2006/relationships" id="299" r:id="R45f4d4e1dde547ce"/>
    <p:sldId xmlns:r="http://schemas.openxmlformats.org/officeDocument/2006/relationships" id="300" r:id="Rbd69582f121141d0"/>
    <p:sldId xmlns:r="http://schemas.openxmlformats.org/officeDocument/2006/relationships" id="301" r:id="R2ca9274c8064414d"/>
    <p:sldId xmlns:r="http://schemas.openxmlformats.org/officeDocument/2006/relationships" id="302" r:id="R7e42424722e0434d"/>
    <p:sldId xmlns:r="http://schemas.openxmlformats.org/officeDocument/2006/relationships" id="303" r:id="R6c18a218f5f6426e"/>
    <p:sldId xmlns:r="http://schemas.openxmlformats.org/officeDocument/2006/relationships" id="304" r:id="R715d4241028d41c1"/>
    <p:sldId xmlns:r="http://schemas.openxmlformats.org/officeDocument/2006/relationships" id="305" r:id="R59600773b1de42d0"/>
    <p:sldId xmlns:r="http://schemas.openxmlformats.org/officeDocument/2006/relationships" id="306" r:id="Re5c37d78683b4573"/>
  </p:sldIdLst>
  <p:sldSz cx="12192000" cy="6858000"/>
  <p:notesSz cx="6858000" cy="9144000"/>
  <p:embeddedFontLst>
    <p:embeddedFont>
      <p:font typeface="Manrope"/>
      <p:regular xmlns:r="http://schemas.openxmlformats.org/officeDocument/2006/relationships" r:id="R0952f81f03ba45f2"/>
      <p:bold xmlns:r="http://schemas.openxmlformats.org/officeDocument/2006/relationships" r:id="Re190586a50904ae8"/>
    </p:embeddedFont>
    <p:embeddedFont>
      <p:font typeface="Manrope Medium"/>
      <p:regular xmlns:r="http://schemas.openxmlformats.org/officeDocument/2006/relationships" r:id="R8b89ad5266314a87"/>
      <p:bold xmlns:r="http://schemas.openxmlformats.org/officeDocument/2006/relationships" r:id="Rf4c77c57b7cf4ff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4d4c6ae6fe4ad8" /><Relationship Type="http://schemas.openxmlformats.org/officeDocument/2006/relationships/slideMaster" Target="/ppt/slideMasters/slideMaster1.xml" Id="Rc9b76a2c3ff045be" /><Relationship Type="http://schemas.openxmlformats.org/officeDocument/2006/relationships/slideMaster" Target="/ppt/slideMasters/slideMaster2.xml" Id="R3bef3fb688724fd1" /><Relationship Type="http://schemas.openxmlformats.org/officeDocument/2006/relationships/notesMaster" Target="/ppt/notesMasters/notesMaster1.xml" Id="Rcf4083e5d0c6444c" /><Relationship Type="http://schemas.openxmlformats.org/officeDocument/2006/relationships/presProps" Target="/ppt/presProps.xml" Id="R499e0de1027841af" /><Relationship Type="http://schemas.openxmlformats.org/officeDocument/2006/relationships/viewProps" Target="/ppt/viewProps.xml" Id="R62e0890a96e34765" /><Relationship Type="http://schemas.openxmlformats.org/officeDocument/2006/relationships/tableStyles" Target="/ppt/tableStyles.xml" Id="R227fa3ae2a69419c" /><Relationship Type="http://schemas.openxmlformats.org/officeDocument/2006/relationships/font" Target="/ppt/fonts/font.dat" Id="R0952f81f03ba45f2" /><Relationship Type="http://schemas.openxmlformats.org/officeDocument/2006/relationships/font" Target="/ppt/fonts/font2.dat" Id="Re190586a50904ae8" /><Relationship Type="http://schemas.openxmlformats.org/officeDocument/2006/relationships/font" Target="/ppt/fonts/font3.dat" Id="R8b89ad5266314a87" /><Relationship Type="http://schemas.openxmlformats.org/officeDocument/2006/relationships/font" Target="/ppt/fonts/font4.dat" Id="Rf4c77c57b7cf4ffd" /><Relationship Type="http://schemas.openxmlformats.org/officeDocument/2006/relationships/slide" Target="/ppt/slides/slide1.xml" Id="Rdb01805d10eb4961" /><Relationship Type="http://schemas.openxmlformats.org/officeDocument/2006/relationships/slide" Target="/ppt/slides/slide2.xml" Id="Rf2e73e982b0e440d" /><Relationship Type="http://schemas.openxmlformats.org/officeDocument/2006/relationships/slide" Target="/ppt/slides/slide3.xml" Id="R4822be1edfc5457f" /><Relationship Type="http://schemas.openxmlformats.org/officeDocument/2006/relationships/slide" Target="/ppt/slides/slide4.xml" Id="Rab9b2c2ad3794c99" /><Relationship Type="http://schemas.openxmlformats.org/officeDocument/2006/relationships/slide" Target="/ppt/slides/slide5.xml" Id="R752b9a0cb22b4c6f" /><Relationship Type="http://schemas.openxmlformats.org/officeDocument/2006/relationships/slide" Target="/ppt/slides/slide6.xml" Id="Rd08238c066dc4812" /><Relationship Type="http://schemas.openxmlformats.org/officeDocument/2006/relationships/slide" Target="/ppt/slides/slide7.xml" Id="R90d6f7754e614a13" /><Relationship Type="http://schemas.openxmlformats.org/officeDocument/2006/relationships/slide" Target="/ppt/slides/slide8.xml" Id="R2db4ec399e8742fd" /><Relationship Type="http://schemas.openxmlformats.org/officeDocument/2006/relationships/slide" Target="/ppt/slides/slide9.xml" Id="R57e4a72543bd4504" /><Relationship Type="http://schemas.openxmlformats.org/officeDocument/2006/relationships/slide" Target="/ppt/slides/slide10.xml" Id="R5d9277ebf6af439d" /><Relationship Type="http://schemas.openxmlformats.org/officeDocument/2006/relationships/slide" Target="/ppt/slides/slide11.xml" Id="Rf87833d33d1746b7" /><Relationship Type="http://schemas.openxmlformats.org/officeDocument/2006/relationships/slide" Target="/ppt/slides/slide12.xml" Id="R0b1c246cda74419a" /><Relationship Type="http://schemas.openxmlformats.org/officeDocument/2006/relationships/slide" Target="/ppt/slides/slide13.xml" Id="R64b393ee3fe04a7f" /><Relationship Type="http://schemas.openxmlformats.org/officeDocument/2006/relationships/slide" Target="/ppt/slides/slide14.xml" Id="R0093c61a6b174f5f" /><Relationship Type="http://schemas.openxmlformats.org/officeDocument/2006/relationships/slide" Target="/ppt/slides/slide15.xml" Id="R4138df7dc0b24861" /><Relationship Type="http://schemas.openxmlformats.org/officeDocument/2006/relationships/slide" Target="/ppt/slides/slide16.xml" Id="Rbd6f81a03c89427e" /><Relationship Type="http://schemas.openxmlformats.org/officeDocument/2006/relationships/slide" Target="/ppt/slides/slide17.xml" Id="Rb49d53f75bba4b5e" /><Relationship Type="http://schemas.openxmlformats.org/officeDocument/2006/relationships/slide" Target="/ppt/slides/slide18.xml" Id="R8e6486eda031438b" /><Relationship Type="http://schemas.openxmlformats.org/officeDocument/2006/relationships/slide" Target="/ppt/slides/slide19.xml" Id="R60ee2443436d4b8b" /><Relationship Type="http://schemas.openxmlformats.org/officeDocument/2006/relationships/slide" Target="/ppt/slides/slide20.xml" Id="Rece93e2ff643451f" /><Relationship Type="http://schemas.openxmlformats.org/officeDocument/2006/relationships/slide" Target="/ppt/slides/slide21.xml" Id="R94fe1ead2d3b445b" /><Relationship Type="http://schemas.openxmlformats.org/officeDocument/2006/relationships/slide" Target="/ppt/slides/slide22.xml" Id="R807745457deb4b75" /><Relationship Type="http://schemas.openxmlformats.org/officeDocument/2006/relationships/slide" Target="/ppt/slides/slide23.xml" Id="R1d720c9ece44483e" /><Relationship Type="http://schemas.openxmlformats.org/officeDocument/2006/relationships/slide" Target="/ppt/slides/slide24.xml" Id="Rc31fda3d7ee443c5" /><Relationship Type="http://schemas.openxmlformats.org/officeDocument/2006/relationships/slide" Target="/ppt/slides/slide25.xml" Id="Rdfb4cdbb30af4cd3" /><Relationship Type="http://schemas.openxmlformats.org/officeDocument/2006/relationships/slide" Target="/ppt/slides/slide26.xml" Id="R5ac39430137a4729" /><Relationship Type="http://schemas.openxmlformats.org/officeDocument/2006/relationships/slide" Target="/ppt/slides/slide27.xml" Id="R6b398c579fd649fc" /><Relationship Type="http://schemas.openxmlformats.org/officeDocument/2006/relationships/slide" Target="/ppt/slides/slide28.xml" Id="R07a48865639a470e" /><Relationship Type="http://schemas.openxmlformats.org/officeDocument/2006/relationships/slide" Target="/ppt/slides/slide29.xml" Id="R821d1527e5a74ce6" /><Relationship Type="http://schemas.openxmlformats.org/officeDocument/2006/relationships/slide" Target="/ppt/slides/slide30.xml" Id="Rafe3663a41ba4da7" /><Relationship Type="http://schemas.openxmlformats.org/officeDocument/2006/relationships/slide" Target="/ppt/slides/slide31.xml" Id="R26b2f08d2fb94994" /><Relationship Type="http://schemas.openxmlformats.org/officeDocument/2006/relationships/slide" Target="/ppt/slides/slide32.xml" Id="R975b3b4ce7c94afe" /><Relationship Type="http://schemas.openxmlformats.org/officeDocument/2006/relationships/slide" Target="/ppt/slides/slide33.xml" Id="Rcde23ee480e84856" /><Relationship Type="http://schemas.openxmlformats.org/officeDocument/2006/relationships/slide" Target="/ppt/slides/slide34.xml" Id="R954ecf80748c48e8" /><Relationship Type="http://schemas.openxmlformats.org/officeDocument/2006/relationships/slide" Target="/ppt/slides/slide35.xml" Id="R408e289713a041df" /><Relationship Type="http://schemas.openxmlformats.org/officeDocument/2006/relationships/slide" Target="/ppt/slides/slide36.xml" Id="R97a61aae32894b41" /><Relationship Type="http://schemas.openxmlformats.org/officeDocument/2006/relationships/slide" Target="/ppt/slides/slide37.xml" Id="R733c9fa9a823466d" /><Relationship Type="http://schemas.openxmlformats.org/officeDocument/2006/relationships/slide" Target="/ppt/slides/slide38.xml" Id="Reaa1cb718d794891" /><Relationship Type="http://schemas.openxmlformats.org/officeDocument/2006/relationships/slide" Target="/ppt/slides/slide39.xml" Id="Re3647adc9b354852" /><Relationship Type="http://schemas.openxmlformats.org/officeDocument/2006/relationships/slide" Target="/ppt/slides/slide40.xml" Id="R118a07f4429f46f8" /><Relationship Type="http://schemas.openxmlformats.org/officeDocument/2006/relationships/slide" Target="/ppt/slides/slide41.xml" Id="R4fbb637a90de412a" /><Relationship Type="http://schemas.openxmlformats.org/officeDocument/2006/relationships/slide" Target="/ppt/slides/slide42.xml" Id="Rcb0810a6a7384218" /><Relationship Type="http://schemas.openxmlformats.org/officeDocument/2006/relationships/slide" Target="/ppt/slides/slide43.xml" Id="R885b1fb72eb14e9f" /><Relationship Type="http://schemas.openxmlformats.org/officeDocument/2006/relationships/slide" Target="/ppt/slides/slide44.xml" Id="R45f4d4e1dde547ce" /><Relationship Type="http://schemas.openxmlformats.org/officeDocument/2006/relationships/slide" Target="/ppt/slides/slide45.xml" Id="Rbd69582f121141d0" /><Relationship Type="http://schemas.openxmlformats.org/officeDocument/2006/relationships/slide" Target="/ppt/slides/slide46.xml" Id="R2ca9274c8064414d" /><Relationship Type="http://schemas.openxmlformats.org/officeDocument/2006/relationships/slide" Target="/ppt/slides/slide47.xml" Id="R7e42424722e0434d" /><Relationship Type="http://schemas.openxmlformats.org/officeDocument/2006/relationships/slide" Target="/ppt/slides/slide48.xml" Id="R6c18a218f5f6426e" /><Relationship Type="http://schemas.openxmlformats.org/officeDocument/2006/relationships/slide" Target="/ppt/slides/slide49.xml" Id="R715d4241028d41c1" /><Relationship Type="http://schemas.openxmlformats.org/officeDocument/2006/relationships/slide" Target="/ppt/slides/slide50.xml" Id="R59600773b1de42d0" /><Relationship Type="http://schemas.openxmlformats.org/officeDocument/2006/relationships/slide" Target="/ppt/slides/slide51.xml" Id="Re5c37d78683b45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5448b410ba646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2b1ab314d49a7" /><Relationship Type="http://schemas.openxmlformats.org/officeDocument/2006/relationships/notesMaster" Target="/ppt/notesMasters/notesMaster1.xml" Id="Rb8e496e8fd57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020f7117c481b" /><Relationship Type="http://schemas.openxmlformats.org/officeDocument/2006/relationships/notesMaster" Target="/ppt/notesMasters/notesMaster1.xml" Id="Re40f69e22e5346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fc8fe4c9894f89" /><Relationship Type="http://schemas.openxmlformats.org/officeDocument/2006/relationships/notesMaster" Target="/ppt/notesMasters/notesMaster1.xml" Id="Rbc0fe14bd7ed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f8ec6f6c8476a" /><Relationship Type="http://schemas.openxmlformats.org/officeDocument/2006/relationships/notesMaster" Target="/ppt/notesMasters/notesMaster1.xml" Id="R4fd487b3ed294c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78c60f08834b0d" /><Relationship Type="http://schemas.openxmlformats.org/officeDocument/2006/relationships/notesMaster" Target="/ppt/notesMasters/notesMaster1.xml" Id="R97d6c0b7ea9a49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c51957506347bf" /><Relationship Type="http://schemas.openxmlformats.org/officeDocument/2006/relationships/notesMaster" Target="/ppt/notesMasters/notesMaster1.xml" Id="R9eff52a71258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dbecddcc3a43ea" /><Relationship Type="http://schemas.openxmlformats.org/officeDocument/2006/relationships/notesMaster" Target="/ppt/notesMasters/notesMaster1.xml" Id="Rd15e37f5d86145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11d08870144a5" /><Relationship Type="http://schemas.openxmlformats.org/officeDocument/2006/relationships/notesMaster" Target="/ppt/notesMasters/notesMaster1.xml" Id="Ra6383aafdf98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c13cfd8d624dc1" /><Relationship Type="http://schemas.openxmlformats.org/officeDocument/2006/relationships/notesMaster" Target="/ppt/notesMasters/notesMaster1.xml" Id="Rd9e0ab3314c8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3e77f200db4443" /><Relationship Type="http://schemas.openxmlformats.org/officeDocument/2006/relationships/notesMaster" Target="/ppt/notesMasters/notesMaster1.xml" Id="Rcc833770f1514d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2a19dbe7ef482e" /><Relationship Type="http://schemas.openxmlformats.org/officeDocument/2006/relationships/notesMaster" Target="/ppt/notesMasters/notesMaster1.xml" Id="Ra8d50c072ba547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956a0a52334b01" /><Relationship Type="http://schemas.openxmlformats.org/officeDocument/2006/relationships/notesMaster" Target="/ppt/notesMasters/notesMaster1.xml" Id="Rbe8baccb94d24b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7c75dab9ae47be" /><Relationship Type="http://schemas.openxmlformats.org/officeDocument/2006/relationships/notesMaster" Target="/ppt/notesMasters/notesMaster1.xml" Id="R45d5b6211b1748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d4601274a1426e" /><Relationship Type="http://schemas.openxmlformats.org/officeDocument/2006/relationships/notesMaster" Target="/ppt/notesMasters/notesMaster1.xml" Id="R73aa1ed8406b46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00683a80694ff3" /><Relationship Type="http://schemas.openxmlformats.org/officeDocument/2006/relationships/notesMaster" Target="/ppt/notesMasters/notesMaster1.xml" Id="R007addf5557541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fc1b3a37664a2f" /><Relationship Type="http://schemas.openxmlformats.org/officeDocument/2006/relationships/notesMaster" Target="/ppt/notesMasters/notesMaster1.xml" Id="R9cc0dddb894444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e58253d8ecf43b5" /><Relationship Type="http://schemas.openxmlformats.org/officeDocument/2006/relationships/notesMaster" Target="/ppt/notesMasters/notesMaster1.xml" Id="Re6937620f66a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7fe123952b4695" /><Relationship Type="http://schemas.openxmlformats.org/officeDocument/2006/relationships/notesMaster" Target="/ppt/notesMasters/notesMaster1.xml" Id="R8529338d5bed40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9f434a0ef343a2" /><Relationship Type="http://schemas.openxmlformats.org/officeDocument/2006/relationships/notesMaster" Target="/ppt/notesMasters/notesMaster1.xml" Id="Redfe9d44ecb844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31b40969764b35" /><Relationship Type="http://schemas.openxmlformats.org/officeDocument/2006/relationships/notesMaster" Target="/ppt/notesMasters/notesMaster1.xml" Id="R0d318be03ce948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1cb93b575e4a17" /><Relationship Type="http://schemas.openxmlformats.org/officeDocument/2006/relationships/notesMaster" Target="/ppt/notesMasters/notesMaster1.xml" Id="Rb1a96329d6e54a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f3a2e51b3f4748" /><Relationship Type="http://schemas.openxmlformats.org/officeDocument/2006/relationships/notesMaster" Target="/ppt/notesMasters/notesMaster1.xml" Id="Rfe39274ec70245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5d9ed526ab41e2" /><Relationship Type="http://schemas.openxmlformats.org/officeDocument/2006/relationships/notesMaster" Target="/ppt/notesMasters/notesMaster1.xml" Id="R4aced51f08ef4d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50a561b4f54849" /><Relationship Type="http://schemas.openxmlformats.org/officeDocument/2006/relationships/notesMaster" Target="/ppt/notesMasters/notesMaster1.xml" Id="R583844da29f947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4a7b2803ab4d5d" /><Relationship Type="http://schemas.openxmlformats.org/officeDocument/2006/relationships/notesMaster" Target="/ppt/notesMasters/notesMaster1.xml" Id="R37d22e50310e42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8ea68df5d4649dc" /><Relationship Type="http://schemas.openxmlformats.org/officeDocument/2006/relationships/notesMaster" Target="/ppt/notesMasters/notesMaster1.xml" Id="R878dbf4c129849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6a305c1c954f9f" /><Relationship Type="http://schemas.openxmlformats.org/officeDocument/2006/relationships/notesMaster" Target="/ppt/notesMasters/notesMaster1.xml" Id="Rda74e23063b34c4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37ca26de5b4477" /><Relationship Type="http://schemas.openxmlformats.org/officeDocument/2006/relationships/notesMaster" Target="/ppt/notesMasters/notesMaster1.xml" Id="R5c15af2ab9a644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0a85ec2eab9448c" /><Relationship Type="http://schemas.openxmlformats.org/officeDocument/2006/relationships/notesMaster" Target="/ppt/notesMasters/notesMaster1.xml" Id="R8832a6fb0733410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dd2735cd584c1a" /><Relationship Type="http://schemas.openxmlformats.org/officeDocument/2006/relationships/notesMaster" Target="/ppt/notesMasters/notesMaster1.xml" Id="Rd9d25768209e46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47f47b21fb416f" /><Relationship Type="http://schemas.openxmlformats.org/officeDocument/2006/relationships/notesMaster" Target="/ppt/notesMasters/notesMaster1.xml" Id="R2b757972afe644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f5d76ff9564763" /><Relationship Type="http://schemas.openxmlformats.org/officeDocument/2006/relationships/notesMaster" Target="/ppt/notesMasters/notesMaster1.xml" Id="R45ee39a36c3740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bb7aa809db64643" /><Relationship Type="http://schemas.openxmlformats.org/officeDocument/2006/relationships/notesMaster" Target="/ppt/notesMasters/notesMaster1.xml" Id="R2d31ff19c7b34e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c8a9e61d57c4458" /><Relationship Type="http://schemas.openxmlformats.org/officeDocument/2006/relationships/notesMaster" Target="/ppt/notesMasters/notesMaster1.xml" Id="R914325d3ff47433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9ec25814b6d40e5" /><Relationship Type="http://schemas.openxmlformats.org/officeDocument/2006/relationships/notesMaster" Target="/ppt/notesMasters/notesMaster1.xml" Id="Re725fbe6b51b4ec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31f593c6fd449b3" /><Relationship Type="http://schemas.openxmlformats.org/officeDocument/2006/relationships/notesMaster" Target="/ppt/notesMasters/notesMaster1.xml" Id="R902c63066bfa40a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0401d82ae024f41" /><Relationship Type="http://schemas.openxmlformats.org/officeDocument/2006/relationships/notesMaster" Target="/ppt/notesMasters/notesMaster1.xml" Id="R56528199adf84a8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607032da12456c" /><Relationship Type="http://schemas.openxmlformats.org/officeDocument/2006/relationships/notesMaster" Target="/ppt/notesMasters/notesMaster1.xml" Id="R42e93a434433412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80e3e7893d54b01" /><Relationship Type="http://schemas.openxmlformats.org/officeDocument/2006/relationships/notesMaster" Target="/ppt/notesMasters/notesMaster1.xml" Id="Rc227a3e1e32945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ee5365078b54082" /><Relationship Type="http://schemas.openxmlformats.org/officeDocument/2006/relationships/notesMaster" Target="/ppt/notesMasters/notesMaster1.xml" Id="R155d0da009bf43f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107a0806ffa4bef" /><Relationship Type="http://schemas.openxmlformats.org/officeDocument/2006/relationships/notesMaster" Target="/ppt/notesMasters/notesMaster1.xml" Id="Rfddfc1cfdad9426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1e6dd8a80ba435f" /><Relationship Type="http://schemas.openxmlformats.org/officeDocument/2006/relationships/notesMaster" Target="/ppt/notesMasters/notesMaster1.xml" Id="Ra54f8de26d13406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b1ed3cb76de4e9a" /><Relationship Type="http://schemas.openxmlformats.org/officeDocument/2006/relationships/notesMaster" Target="/ppt/notesMasters/notesMaster1.xml" Id="R815142c2514e44b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025cccfafcc4916" /><Relationship Type="http://schemas.openxmlformats.org/officeDocument/2006/relationships/notesMaster" Target="/ppt/notesMasters/notesMaster1.xml" Id="Rdfd8e703e3b245c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e032a69d53244ea" /><Relationship Type="http://schemas.openxmlformats.org/officeDocument/2006/relationships/notesMaster" Target="/ppt/notesMasters/notesMaster1.xml" Id="R6e56c78e5eb0452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551a5f6246148d1" /><Relationship Type="http://schemas.openxmlformats.org/officeDocument/2006/relationships/notesMaster" Target="/ppt/notesMasters/notesMaster1.xml" Id="Ra7baa811514f486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d20c8571cd6459c" /><Relationship Type="http://schemas.openxmlformats.org/officeDocument/2006/relationships/notesMaster" Target="/ppt/notesMasters/notesMaster1.xml" Id="R278a03fc7150496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e833c182d7c4436" /><Relationship Type="http://schemas.openxmlformats.org/officeDocument/2006/relationships/notesMaster" Target="/ppt/notesMasters/notesMaster1.xml" Id="R2133ed8b68244d2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185a9901029429c" /><Relationship Type="http://schemas.openxmlformats.org/officeDocument/2006/relationships/notesMaster" Target="/ppt/notesMasters/notesMaster1.xml" Id="Rb5ab956c6863422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32d5b7edfac4dc9" /><Relationship Type="http://schemas.openxmlformats.org/officeDocument/2006/relationships/notesMaster" Target="/ppt/notesMasters/notesMaster1.xml" Id="Rc5ca387fb1a748c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2e401c62b604273" /><Relationship Type="http://schemas.openxmlformats.org/officeDocument/2006/relationships/notesMaster" Target="/ppt/notesMasters/notesMaster1.xml" Id="Rf4be6de0c27b45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Сегодня разбираем полный путь от весов до проверенного помощника по репозиторию. Следующее занятие эту тему не продолжает.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0–8 минут. Спросите аудиторию, кто уже запускал модель без облачного API.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Покажите Notify Mini из lab/demo. Сначала вопрос о тестах, затем вопрос о несуществующем CI.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Отдельно рассмотрите загрузку весов, inference и инструменты. Отключение сети после подготовки является полезной практической проверкой.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https://docs.ollama.com/faq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обещайте автоматическую конфиденциальность. Логи, расширения и внешние инструменты остаются отдельными каналами.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Сравнивайте полный путь до полезного результата. Локальная модель не обязательно дешевле API при редком использовании.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8–20 минут. Контрольный вопрос: является ли Ollama моделью? Тег модели в runtime и имя исходного checkpoint могут отличаться.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карта разработчиков, не рейтинг. Для каждой конкретной версии отдельно проверяются язык, задачи, лицензия и совместимость.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https://huggingface.co/mistralai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https://huggingface.co/microsoft/phi-4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https://github.com/meta-llama/llama-models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https://huggingface.co/google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Embedding-модель возвращает представление для поиска, а не разговорный ответ. Наличие coding в названии не гарантирует tool calling.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разницу между vision-language моделью, принимающей изображение, и генератором изображений. Поддержку проверяют для конкретного checkpoint.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практики выбираем модель с post-training под инструкции. Не переписывайте шаблон случайными строками SYSTEM/USER.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переносите лицензию runtime на модель. На примере Qwen3.5-4B покажите поле apache-2.0. Это навигация по карточке, не юридическое заключение.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Откройте карточку из SOURCES.md. Сравните исходную модель и community-квантизацию: автор упаковки может быть другим.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20–35 минут. Разведите обучение и inference. Генерация меняет последовательность ответа, но обычно не обновляет веса.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вводите универсальную формулу символов на токен: язык, код и tokenizer меняют соотношение.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Покажите разницу TTFT и скорости генерации. При измерении через stream=false первый токен отдельно не наблюдается.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8B × 2 байта ≈16 GB только весов, 8B ×0.5 ≈4 GB. Метаданные, разные точности слоёв и cache нарушают точное равенство.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принимайте A3B в имени за модель с общим размером 3B. Конкретная архитектура определяет требования к памяти.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обещайте универсальное ускорение или одинаковое качество. Квантизация весов и KV cache — разные настройки.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У гибридных моделей схема памяти отличается от обычного Transformer. Поэтому практический замер важнее одной универсальной формулы.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256k в каталоге не означает, что сервер выделил 256k. Настройка limit.context в OpenCode сама по себе не выделяет память Ollama.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https://docs.ollama.com/integrations/opencode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35–47 минут. Unified memory делится с системой и приложениями. CPU offload может спасти вместимость, но ухудшить задержку.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Стартовые гипотезы по RAM находятся в PREPARATION.md. Не обещайте агентный режим каждому ноутбуку.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Теги проверены в Ollama. Размеры загрузки ≈1.0/2.7/3.4/6.6 GB соответственно. Это не измерение RAM. Точный ID сохраните.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https://ollama.com/library/qwen3.5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сравнения повторите три раза и возьмите медиану. Модель, быстро выдающая неверный ответ, не решает задачу.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https://docs.ollama.com/api/chat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47–57 минут. На Hugging Face встречаются original, fine-tune, distillation и quantization. Популярность не заменяет проверку происхождения.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всякий движок поддерживает любую архитектуру или квантизацию. Формат файла и набор возможностей модели — разные оси.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https://github.com/ggml-org/llama.cpp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https://github.com/ml-explore/mlx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https://docs.vllm.ai/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практике идём одним маршрутом Ollama. LM Studio рассматриваем как альтернативу с теми же контрольными точками.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https://lmstudio.ai/docs/developer/openai-compat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Порт LM Studio проверьте в интерфейсе. /api/chat и /v1/chat/completions имеют разные форматы запросов и ответов.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https://lmstudio.ai/docs/developer/openai-compat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57–70 минут. В эксперименте просим не выдумывать CI. Ошибка возможна даже при корректной инструкции.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предполагаем, что GUI-пресет применяется к запросу другого клиента. В практике отдельная itmo-agent без пользовательского SYSTEM.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https://docs.ollama.com/modelfile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обещайте побитовую детерминированность на разных версиях и устройствах. Не меняйте temperature и top-p одновременно в первом эксперименте.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API-эксперименте Qwen3.5 используется think=false. Для других моделей сначала проверяют поддержку. Не собирайте скрытые рассуждения как домашку.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https://docs.ollama.com/api/chat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обучайте модель ради факта о команде make test. В малом репозитории достаточно прочитать нужный файл.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70–82 минуты. Tool calling требует совместимости модели, формата и парсера runtime. Текст 'read README' не является исполнением.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https://docs.ollama.com/capabilities/tool-calling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Выполните команды из PRACTICE.md. Покажите конфиг и результат инструмента. Если не хватает памяти, объясните причину без подмены облачным вызовом.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https://docs.ollama.com/integrations/opencode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демонстрации deny по умолчанию, allow только read/glob/grep. Чтение тоже может раскрывать данные, поэтому используем учебный проект.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82–90 минут. Эталоны заранее. Различайте верный ответ, верное основание и корректный вызов инструмента.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Направьте к TROUBLESHOOTING.md. Попросите студента назвать симптом, наблюдение и следующий диагностический шаг.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Вопросы аудитории. Далее дополнительные слайды: не включать все в оставшиеся минуты.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Следующие темы расширяют карту, но не обязательны для домашки.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путать с ollama create: Modelfile лишь собирает конфигурацию. Практический цикл: данные, train/validation, baseline, адаптер, оценка.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https://huggingface.co/docs/peft/main/en/conceptual_guides/lora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Начинать с маленького воспроизводимого эксперимента. Не включать тестовые ответы в train. Оценивать регрессии на других задачах.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Рейтинг checkpoint не переносится автоматически на квантизацию, малый контекст и агентный harness. Не приводим неподтверждённые баллы.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Поиск и генерация могут быть двумя локальными моделями. Добавление RAG не исключает галлюцинации.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Примеры классов: Whisper для ASR, Qwen TTS для синтеза, diffusion-модели для изображения. Версии и лицензии проверяются отдельно.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Бонус: генерация изображения и доработка. Сдаётся workflow вместе с моделями, входами и выводом по ресурсам. Чужой workflow допускается с указанием источника.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гибридная схема, а не полностью локальный запуск. В обязательной практике её не используем.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MLflow может хранить эксперименты, но не заменяет системные метрики. Cron без понимания причины скрывает OOM и циклические сбои.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exo и распределённые runtime — отдельные эксперименты. Для первой практики один сервер значительно понятнее.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Перед занятием преподаватель проводит полный прогон на закреплённых версиях. Каталог моделей меняется.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https://huggingface.co/Qwen/Qwen3.5-4B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https://docs.ollama.com/integrations/opencode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https://opencode.ai/docs/agents/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Подробные шаги и ограничения: комплект local_models.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1c6ee12cd4c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0528aa56941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3034625fe46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44ac298634d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9cd914e5e46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f3f11f79f4b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aa145a3ec543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77c88562e45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07d73e74449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ce54903f247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bf3f29aa34c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c4bc5c338f44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904ed2e98448b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04bc7067c5496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55aabad3fa41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75cb6c250443f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0efb06377a40f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a36c27b8ce4d5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5d6ce3715f451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a5384b1449492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610d7f7c8c413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2d05e7425a4d6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6f9644ef06497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E40AB64-AC96-4BCF-B6DE-F6F2EECFA4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611" y="992767"/>
            <a:ext cx="11360700" cy="273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32830E0-B16A-49C4-AB7F-FC1CF791C2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600" y="3778833"/>
            <a:ext cx="11360700" cy="105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6F9814D6-D129-4C51-9744-82664E3F41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CB3CCA99-F7FE-4F0A-A440-4F1D04460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2867800"/>
            <a:ext cx="11360700" cy="112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EF5FC697-8E15-46E4-B2B0-AC75042484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3A78A59-F20E-4CAF-8539-11706F515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780F2DB1-4E8C-4496-9E9E-81D8978FF7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164D0100-F3A7-49E6-93ED-0A547C8D7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265E0A87-534D-4477-8EF6-42FF48AC74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E52AD323-F544-4E49-AC1D-2FE2F12B0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C69A8C1D-9D99-4508-B946-FBECFD86F3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43200" y="1536633"/>
            <a:ext cx="5333100" cy="455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15E13F29-E530-40C3-8F5A-BCD0D9A6F7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45C8EF4-0926-454F-B098-4D8D1FBA62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55221D5C-788F-4E49-97BC-1D56BEE852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948D212-8ED9-4C46-AC0D-1390B6E59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740800"/>
            <a:ext cx="3744000" cy="100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A67B3C5E-481E-4C1E-AD67-A1F21B8C32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852800"/>
            <a:ext cx="3744000" cy="423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AE49D7F6-B8B5-43DA-A7BE-29FE6C4C29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B7FB536F-EEE2-4A1C-8558-FB949BA9D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3667" y="600200"/>
            <a:ext cx="8490300" cy="545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D943F0BA-0EF7-4890-ACFC-E15C64C10B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8597E81B-2D86-4990-928D-CB988992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-167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D6BB2E56-5838-41F8-93B7-D182D1576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4000" y="1644233"/>
            <a:ext cx="5393700" cy="19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8F79EA28-8597-4FC2-8794-98633C1AB7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4000" y="3737433"/>
            <a:ext cx="5393700" cy="164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FCF2931E-EE24-4A14-B0D9-1A5B909A18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86000" y="965433"/>
            <a:ext cx="5115900" cy="492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8CA02FA5-779F-4902-8F64-0A29604F2B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D800009-C6E5-4769-936C-2F6AC46E2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68BD0BFF-3682-4C02-9ACB-6760B2020A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A8AD3EE-CBC6-40BD-9246-735F72CF70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5600" y="1474833"/>
            <a:ext cx="11360700" cy="2618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A4EAA49-287A-467B-8D25-D3D3CFFEC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4202967"/>
            <a:ext cx="11360700" cy="173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indent="-347134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2pPr>
            <a:lvl3pPr marL="1371600" indent="-347134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3pPr>
            <a:lvl4pPr marL="1828800" indent="-347134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4pPr>
            <a:lvl5pPr marL="2286000" indent="-347133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5pPr>
            <a:lvl6pPr marL="2743200" indent="-347133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6pPr>
            <a:lvl7pPr marL="3200400" indent="-347133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7pPr>
            <a:lvl8pPr marL="3657600" indent="-347133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 sz="1867"/>
            </a:lvl8pPr>
            <a:lvl9pPr marL="4114800" indent="-347133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 sz="1867"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0E37B506-4926-454F-B6B2-6378B99D63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0D44BD58-2B37-4AC8-8219-A7A3BB207C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>
              <a:buNone/>
              <a:defRPr sz="1333"/>
            </a:lvl1pPr>
            <a:lvl2pPr>
              <a:buNone/>
              <a:defRPr sz="1333"/>
            </a:lvl2pPr>
            <a:lvl3pPr>
              <a:buNone/>
              <a:defRPr sz="1333"/>
            </a:lvl3pPr>
            <a:lvl4pPr>
              <a:buNone/>
              <a:defRPr sz="1333"/>
            </a:lvl4pPr>
            <a:lvl5pPr>
              <a:buNone/>
              <a:defRPr sz="1333"/>
            </a:lvl5pPr>
            <a:lvl6pPr>
              <a:buNone/>
              <a:defRPr sz="1333"/>
            </a:lvl6pPr>
            <a:lvl7pPr>
              <a:buNone/>
              <a:defRPr sz="1333"/>
            </a:lvl7pPr>
            <a:lvl8pPr>
              <a:buNone/>
              <a:defRPr sz="1333"/>
            </a:lvl8pPr>
            <a:lvl9pPr>
              <a:buNone/>
              <a:defRPr sz="1333"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CB46A557-E802-455D-8319-E6F489DA60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0224DF5E-A5E3-404C-B6FB-8889A78B9A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97820D02-2234-463A-9431-E36C9EDCC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C8FA2E92-9DC8-45C3-890E-7F8ED2355F3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6">
            <a:extLst xmlns:a="http://schemas.openxmlformats.org/drawingml/2006/main">
              <a:ext uri="{FF2B5EF4-FFF2-40B4-BE49-F238E27FC236}">
                <a16:creationId xmlns:a16="http://schemas.microsoft.com/office/drawing/2014/main" id="{B4EF1982-40B8-4C17-9F3A-0AA5B75F50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FA6249D8-204D-4625-B5BB-F541997E79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6">
            <a:extLst xmlns:a="http://schemas.openxmlformats.org/drawingml/2006/main">
              <a:ext uri="{FF2B5EF4-FFF2-40B4-BE49-F238E27FC236}">
                <a16:creationId xmlns:a16="http://schemas.microsoft.com/office/drawing/2014/main" id="{8CC1C5D5-2E8F-43CF-8C78-FC0A5AF7EB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AB7386F2-E3CB-4627-98DA-160EEC57CA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7">
            <a:extLst xmlns:a="http://schemas.openxmlformats.org/drawingml/2006/main">
              <a:ext uri="{FF2B5EF4-FFF2-40B4-BE49-F238E27FC236}">
                <a16:creationId xmlns:a16="http://schemas.microsoft.com/office/drawing/2014/main" id="{74FCDA63-A830-4798-A99B-56EFEB3EE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7">
            <a:extLst xmlns:a="http://schemas.openxmlformats.org/drawingml/2006/main">
              <a:ext uri="{FF2B5EF4-FFF2-40B4-BE49-F238E27FC236}">
                <a16:creationId xmlns:a16="http://schemas.microsoft.com/office/drawing/2014/main" id="{1DD3BB44-CA76-4FA7-890A-B078BAE529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17">
            <a:extLst xmlns:a="http://schemas.openxmlformats.org/drawingml/2006/main">
              <a:ext uri="{FF2B5EF4-FFF2-40B4-BE49-F238E27FC236}">
                <a16:creationId xmlns:a16="http://schemas.microsoft.com/office/drawing/2014/main" id="{52407A7D-A542-4EB8-ADE5-10431ACD5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7">
            <a:extLst xmlns:a="http://schemas.openxmlformats.org/drawingml/2006/main">
              <a:ext uri="{FF2B5EF4-FFF2-40B4-BE49-F238E27FC236}">
                <a16:creationId xmlns:a16="http://schemas.microsoft.com/office/drawing/2014/main" id="{594878A5-5E83-42E0-B4EF-C99F4018CB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7">
            <a:extLst xmlns:a="http://schemas.openxmlformats.org/drawingml/2006/main">
              <a:ext uri="{FF2B5EF4-FFF2-40B4-BE49-F238E27FC236}">
                <a16:creationId xmlns:a16="http://schemas.microsoft.com/office/drawing/2014/main" id="{DAFBA5A2-7C7E-4EAA-9E97-456ED2276D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8">
            <a:extLst xmlns:a="http://schemas.openxmlformats.org/drawingml/2006/main">
              <a:ext uri="{FF2B5EF4-FFF2-40B4-BE49-F238E27FC236}">
                <a16:creationId xmlns:a16="http://schemas.microsoft.com/office/drawing/2014/main" id="{B6BD48C6-8C6D-4161-8BA1-E50D8FD657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nrope Medium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18">
            <a:extLst xmlns:a="http://schemas.openxmlformats.org/drawingml/2006/main">
              <a:ext uri="{FF2B5EF4-FFF2-40B4-BE49-F238E27FC236}">
                <a16:creationId xmlns:a16="http://schemas.microsoft.com/office/drawing/2014/main" id="{26FF6A9E-31CF-423C-A29F-81331D1767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6" name="Google Shape;76;p18">
            <a:extLst xmlns:a="http://schemas.openxmlformats.org/drawingml/2006/main">
              <a:ext uri="{FF2B5EF4-FFF2-40B4-BE49-F238E27FC236}">
                <a16:creationId xmlns:a16="http://schemas.microsoft.com/office/drawing/2014/main" id="{C55A20F8-CF78-4FD5-9FF5-59F4338670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8">
            <a:extLst xmlns:a="http://schemas.openxmlformats.org/drawingml/2006/main">
              <a:ext uri="{FF2B5EF4-FFF2-40B4-BE49-F238E27FC236}">
                <a16:creationId xmlns:a16="http://schemas.microsoft.com/office/drawing/2014/main" id="{E04989BD-9A68-4E16-AF4B-588CE304F7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564F4A4E-A615-4F6F-BD20-A764E9CCA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19">
            <a:extLst xmlns:a="http://schemas.openxmlformats.org/drawingml/2006/main">
              <a:ext uri="{FF2B5EF4-FFF2-40B4-BE49-F238E27FC236}">
                <a16:creationId xmlns:a16="http://schemas.microsoft.com/office/drawing/2014/main" id="{A2001B06-C670-4CCF-9C20-05A39CC8F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1" name="Google Shape;81;p19">
            <a:extLst xmlns:a="http://schemas.openxmlformats.org/drawingml/2006/main">
              <a:ext uri="{FF2B5EF4-FFF2-40B4-BE49-F238E27FC236}">
                <a16:creationId xmlns:a16="http://schemas.microsoft.com/office/drawing/2014/main" id="{A6EC19BC-D381-49C7-8DCE-0B85D54A18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82" name="Google Shape;82;p19">
            <a:extLst xmlns:a="http://schemas.openxmlformats.org/drawingml/2006/main">
              <a:ext uri="{FF2B5EF4-FFF2-40B4-BE49-F238E27FC236}">
                <a16:creationId xmlns:a16="http://schemas.microsoft.com/office/drawing/2014/main" id="{81E904D3-34BF-4A86-A8EB-5CC0854FF0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83" name="Google Shape;83;p19">
            <a:extLst xmlns:a="http://schemas.openxmlformats.org/drawingml/2006/main">
              <a:ext uri="{FF2B5EF4-FFF2-40B4-BE49-F238E27FC236}">
                <a16:creationId xmlns:a16="http://schemas.microsoft.com/office/drawing/2014/main" id="{294EE6E4-A4AA-4017-9A92-DD32E5698D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9">
            <a:extLst xmlns:a="http://schemas.openxmlformats.org/drawingml/2006/main">
              <a:ext uri="{FF2B5EF4-FFF2-40B4-BE49-F238E27FC236}">
                <a16:creationId xmlns:a16="http://schemas.microsoft.com/office/drawing/2014/main" id="{DCFBED3F-4CEA-4EF4-98CF-B88F8FCA3D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" name="Google Shape;85;p19">
            <a:extLst xmlns:a="http://schemas.openxmlformats.org/drawingml/2006/main">
              <a:ext uri="{FF2B5EF4-FFF2-40B4-BE49-F238E27FC236}">
                <a16:creationId xmlns:a16="http://schemas.microsoft.com/office/drawing/2014/main" id="{958A59E5-B31D-4D2B-940A-80DE3EE23D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20">
            <a:extLst xmlns:a="http://schemas.openxmlformats.org/drawingml/2006/main">
              <a:ext uri="{FF2B5EF4-FFF2-40B4-BE49-F238E27FC236}">
                <a16:creationId xmlns:a16="http://schemas.microsoft.com/office/drawing/2014/main" id="{8F6D5D48-05DE-45CC-A995-FC05F1DE7E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Medium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8" name="Google Shape;88;p20">
            <a:extLst xmlns:a="http://schemas.openxmlformats.org/drawingml/2006/main">
              <a:ext uri="{FF2B5EF4-FFF2-40B4-BE49-F238E27FC236}">
                <a16:creationId xmlns:a16="http://schemas.microsoft.com/office/drawing/2014/main" id="{9D5A589D-4612-452D-89F8-729B275AE5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89" name="Google Shape;89;p20">
            <a:extLst xmlns:a="http://schemas.openxmlformats.org/drawingml/2006/main">
              <a:ext uri="{FF2B5EF4-FFF2-40B4-BE49-F238E27FC236}">
                <a16:creationId xmlns:a16="http://schemas.microsoft.com/office/drawing/2014/main" id="{F40D70FC-16DE-4969-84D4-538C34ED8B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90" name="Google Shape;90;p20">
            <a:extLst xmlns:a="http://schemas.openxmlformats.org/drawingml/2006/main">
              <a:ext uri="{FF2B5EF4-FFF2-40B4-BE49-F238E27FC236}">
                <a16:creationId xmlns:a16="http://schemas.microsoft.com/office/drawing/2014/main" id="{6B6A5347-696A-4DBC-BC2C-2B2EA50D159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91" name="Google Shape;91;p20">
            <a:extLst xmlns:a="http://schemas.openxmlformats.org/drawingml/2006/main">
              <a:ext uri="{FF2B5EF4-FFF2-40B4-BE49-F238E27FC236}">
                <a16:creationId xmlns:a16="http://schemas.microsoft.com/office/drawing/2014/main" id="{1DD02805-231D-45E1-9B62-6C34ECE2A84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92" name="Google Shape;92;p20">
            <a:extLst xmlns:a="http://schemas.openxmlformats.org/drawingml/2006/main">
              <a:ext uri="{FF2B5EF4-FFF2-40B4-BE49-F238E27FC236}">
                <a16:creationId xmlns:a16="http://schemas.microsoft.com/office/drawing/2014/main" id="{5BA11368-5F9F-4634-90D9-FA56AB325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20">
            <a:extLst xmlns:a="http://schemas.openxmlformats.org/drawingml/2006/main">
              <a:ext uri="{FF2B5EF4-FFF2-40B4-BE49-F238E27FC236}">
                <a16:creationId xmlns:a16="http://schemas.microsoft.com/office/drawing/2014/main" id="{4AB5DF7D-F47B-407C-B883-522373BC9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4" name="Google Shape;94;p20">
            <a:extLst xmlns:a="http://schemas.openxmlformats.org/drawingml/2006/main">
              <a:ext uri="{FF2B5EF4-FFF2-40B4-BE49-F238E27FC236}">
                <a16:creationId xmlns:a16="http://schemas.microsoft.com/office/drawing/2014/main" id="{F7E03C92-ED80-4304-9C12-C90762B052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21">
            <a:extLst xmlns:a="http://schemas.openxmlformats.org/drawingml/2006/main">
              <a:ext uri="{FF2B5EF4-FFF2-40B4-BE49-F238E27FC236}">
                <a16:creationId xmlns:a16="http://schemas.microsoft.com/office/drawing/2014/main" id="{7B699372-A46F-400D-B97F-80EFF986A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1">
            <a:extLst xmlns:a="http://schemas.openxmlformats.org/drawingml/2006/main">
              <a:ext uri="{FF2B5EF4-FFF2-40B4-BE49-F238E27FC236}">
                <a16:creationId xmlns:a16="http://schemas.microsoft.com/office/drawing/2014/main" id="{96350EBB-A731-4BE3-98BE-96267BCCA6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1">
            <a:extLst xmlns:a="http://schemas.openxmlformats.org/drawingml/2006/main">
              <a:ext uri="{FF2B5EF4-FFF2-40B4-BE49-F238E27FC236}">
                <a16:creationId xmlns:a16="http://schemas.microsoft.com/office/drawing/2014/main" id="{3AE82B64-F554-4286-A87C-181DED7F3D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9" name="Google Shape;99;p21">
            <a:extLst xmlns:a="http://schemas.openxmlformats.org/drawingml/2006/main">
              <a:ext uri="{FF2B5EF4-FFF2-40B4-BE49-F238E27FC236}">
                <a16:creationId xmlns:a16="http://schemas.microsoft.com/office/drawing/2014/main" id="{B292C632-535C-4F2C-A8F2-88A00E94B4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2">
            <a:extLst xmlns:a="http://schemas.openxmlformats.org/drawingml/2006/main">
              <a:ext uri="{FF2B5EF4-FFF2-40B4-BE49-F238E27FC236}">
                <a16:creationId xmlns:a16="http://schemas.microsoft.com/office/drawing/2014/main" id="{C3EF70E6-ED9E-44C3-ACE9-2BDE29DEF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Medium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2" name="Google Shape;102;p22">
            <a:extLst xmlns:a="http://schemas.openxmlformats.org/drawingml/2006/main">
              <a:ext uri="{FF2B5EF4-FFF2-40B4-BE49-F238E27FC236}">
                <a16:creationId xmlns:a16="http://schemas.microsoft.com/office/drawing/2014/main" id="{54F17468-B70A-46DD-926E-661D32182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103" name="Google Shape;103;p22">
            <a:extLst xmlns:a="http://schemas.openxmlformats.org/drawingml/2006/main">
              <a:ext uri="{FF2B5EF4-FFF2-40B4-BE49-F238E27FC236}">
                <a16:creationId xmlns:a16="http://schemas.microsoft.com/office/drawing/2014/main" id="{622B8546-4C15-4995-ABFC-1778089890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04" name="Google Shape;104;p22">
            <a:extLst xmlns:a="http://schemas.openxmlformats.org/drawingml/2006/main">
              <a:ext uri="{FF2B5EF4-FFF2-40B4-BE49-F238E27FC236}">
                <a16:creationId xmlns:a16="http://schemas.microsoft.com/office/drawing/2014/main" id="{BB15D826-9488-4C9B-AE5F-DC753179A6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2">
            <a:extLst xmlns:a="http://schemas.openxmlformats.org/drawingml/2006/main">
              <a:ext uri="{FF2B5EF4-FFF2-40B4-BE49-F238E27FC236}">
                <a16:creationId xmlns:a16="http://schemas.microsoft.com/office/drawing/2014/main" id="{289C1F18-4C17-4F47-9D50-C11FD24194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22">
            <a:extLst xmlns:a="http://schemas.openxmlformats.org/drawingml/2006/main">
              <a:ext uri="{FF2B5EF4-FFF2-40B4-BE49-F238E27FC236}">
                <a16:creationId xmlns:a16="http://schemas.microsoft.com/office/drawing/2014/main" id="{160CB242-20C5-4C36-AA70-C78B8C89C1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23">
            <a:extLst xmlns:a="http://schemas.openxmlformats.org/drawingml/2006/main">
              <a:ext uri="{FF2B5EF4-FFF2-40B4-BE49-F238E27FC236}">
                <a16:creationId xmlns:a16="http://schemas.microsoft.com/office/drawing/2014/main" id="{6BB566BE-2295-4E7C-8E5A-EB44C7A12E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 Medium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9" name="Google Shape;109;p23">
            <a:extLst xmlns:a="http://schemas.openxmlformats.org/drawingml/2006/main">
              <a:ext uri="{FF2B5EF4-FFF2-40B4-BE49-F238E27FC236}">
                <a16:creationId xmlns:a16="http://schemas.microsoft.com/office/drawing/2014/main" id="{EBFD1EDE-C3D3-46F8-B55F-AF5AFD3AA10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23">
            <a:extLst xmlns:a="http://schemas.openxmlformats.org/drawingml/2006/main">
              <a:ext uri="{FF2B5EF4-FFF2-40B4-BE49-F238E27FC236}">
                <a16:creationId xmlns:a16="http://schemas.microsoft.com/office/drawing/2014/main" id="{5C85A56E-5DA2-41F6-A83B-E8A5E1097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111" name="Google Shape;111;p23">
            <a:extLst xmlns:a="http://schemas.openxmlformats.org/drawingml/2006/main">
              <a:ext uri="{FF2B5EF4-FFF2-40B4-BE49-F238E27FC236}">
                <a16:creationId xmlns:a16="http://schemas.microsoft.com/office/drawing/2014/main" id="{B5B192C6-3CAF-4143-B214-5FDA56C0BB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3">
            <a:extLst xmlns:a="http://schemas.openxmlformats.org/drawingml/2006/main">
              <a:ext uri="{FF2B5EF4-FFF2-40B4-BE49-F238E27FC236}">
                <a16:creationId xmlns:a16="http://schemas.microsoft.com/office/drawing/2014/main" id="{96E6F4C8-76E9-4C0B-9240-59829F6165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3" name="Google Shape;113;p23">
            <a:extLst xmlns:a="http://schemas.openxmlformats.org/drawingml/2006/main">
              <a:ext uri="{FF2B5EF4-FFF2-40B4-BE49-F238E27FC236}">
                <a16:creationId xmlns:a16="http://schemas.microsoft.com/office/drawing/2014/main" id="{BB11D46A-60AE-49C2-A7CD-099D3C8B7C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24">
            <a:extLst xmlns:a="http://schemas.openxmlformats.org/drawingml/2006/main">
              <a:ext uri="{FF2B5EF4-FFF2-40B4-BE49-F238E27FC236}">
                <a16:creationId xmlns:a16="http://schemas.microsoft.com/office/drawing/2014/main" id="{1C312020-8A36-4765-95F3-0794E2B4E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24">
            <a:extLst xmlns:a="http://schemas.openxmlformats.org/drawingml/2006/main">
              <a:ext uri="{FF2B5EF4-FFF2-40B4-BE49-F238E27FC236}">
                <a16:creationId xmlns:a16="http://schemas.microsoft.com/office/drawing/2014/main" id="{103B05AF-0150-44ED-9076-DA19A259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7" name="Google Shape;117;p24">
            <a:extLst xmlns:a="http://schemas.openxmlformats.org/drawingml/2006/main">
              <a:ext uri="{FF2B5EF4-FFF2-40B4-BE49-F238E27FC236}">
                <a16:creationId xmlns:a16="http://schemas.microsoft.com/office/drawing/2014/main" id="{48E17A43-7A10-4A92-8F39-4F138207D9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4">
            <a:extLst xmlns:a="http://schemas.openxmlformats.org/drawingml/2006/main">
              <a:ext uri="{FF2B5EF4-FFF2-40B4-BE49-F238E27FC236}">
                <a16:creationId xmlns:a16="http://schemas.microsoft.com/office/drawing/2014/main" id="{AD08D344-192E-49FC-B787-5A43BC49D1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19" name="Google Shape;119;p24">
            <a:extLst xmlns:a="http://schemas.openxmlformats.org/drawingml/2006/main">
              <a:ext uri="{FF2B5EF4-FFF2-40B4-BE49-F238E27FC236}">
                <a16:creationId xmlns:a16="http://schemas.microsoft.com/office/drawing/2014/main" id="{FDE072D0-9D66-4A7A-B179-FB31543A6D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5">
            <a:extLst xmlns:a="http://schemas.openxmlformats.org/drawingml/2006/main">
              <a:ext uri="{FF2B5EF4-FFF2-40B4-BE49-F238E27FC236}">
                <a16:creationId xmlns:a16="http://schemas.microsoft.com/office/drawing/2014/main" id="{EF83D238-9AC5-4BCB-BC69-2347923B7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p25">
            <a:extLst xmlns:a="http://schemas.openxmlformats.org/drawingml/2006/main">
              <a:ext uri="{FF2B5EF4-FFF2-40B4-BE49-F238E27FC236}">
                <a16:creationId xmlns:a16="http://schemas.microsoft.com/office/drawing/2014/main" id="{D93D218F-2CEC-4E12-A689-1E6950454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3" name="Google Shape;123;p25">
            <a:extLst xmlns:a="http://schemas.openxmlformats.org/drawingml/2006/main">
              <a:ext uri="{FF2B5EF4-FFF2-40B4-BE49-F238E27FC236}">
                <a16:creationId xmlns:a16="http://schemas.microsoft.com/office/drawing/2014/main" id="{9616EE18-E74E-4610-8253-0A4E7E8814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5">
            <a:extLst xmlns:a="http://schemas.openxmlformats.org/drawingml/2006/main">
              <a:ext uri="{FF2B5EF4-FFF2-40B4-BE49-F238E27FC236}">
                <a16:creationId xmlns:a16="http://schemas.microsoft.com/office/drawing/2014/main" id="{DCBD5765-DDA7-4B79-AE07-D869DB570D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5" name="Google Shape;125;p25">
            <a:extLst xmlns:a="http://schemas.openxmlformats.org/drawingml/2006/main">
              <a:ext uri="{FF2B5EF4-FFF2-40B4-BE49-F238E27FC236}">
                <a16:creationId xmlns:a16="http://schemas.microsoft.com/office/drawing/2014/main" id="{ED6B5433-FAFA-4661-9642-57498AB365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af9e25ab143c6" /><Relationship Type="http://schemas.openxmlformats.org/officeDocument/2006/relationships/slideLayout" Target="/ppt/slideLayouts/slideLayout1.xml" Id="R2aa5bfa47d964f14" /><Relationship Type="http://schemas.openxmlformats.org/officeDocument/2006/relationships/slideLayout" Target="/ppt/slideLayouts/slideLayout2.xml" Id="R0a6d29c681f74312" /><Relationship Type="http://schemas.openxmlformats.org/officeDocument/2006/relationships/slideLayout" Target="/ppt/slideLayouts/slideLayout3.xml" Id="R8fea395d126e4e4f" /><Relationship Type="http://schemas.openxmlformats.org/officeDocument/2006/relationships/slideLayout" Target="/ppt/slideLayouts/slideLayout4.xml" Id="R66f91a87408e4253" /><Relationship Type="http://schemas.openxmlformats.org/officeDocument/2006/relationships/slideLayout" Target="/ppt/slideLayouts/slideLayout5.xml" Id="Rb7c6c72528434078" /><Relationship Type="http://schemas.openxmlformats.org/officeDocument/2006/relationships/slideLayout" Target="/ppt/slideLayouts/slideLayout6.xml" Id="Rd22f1d831b444012" /><Relationship Type="http://schemas.openxmlformats.org/officeDocument/2006/relationships/slideLayout" Target="/ppt/slideLayouts/slideLayout7.xml" Id="Rc20611b0f8f144ae" /><Relationship Type="http://schemas.openxmlformats.org/officeDocument/2006/relationships/slideLayout" Target="/ppt/slideLayouts/slideLayout8.xml" Id="R22e81377f8a34b11" /><Relationship Type="http://schemas.openxmlformats.org/officeDocument/2006/relationships/slideLayout" Target="/ppt/slideLayouts/slideLayout9.xml" Id="Ra880b86e54c44de0" /><Relationship Type="http://schemas.openxmlformats.org/officeDocument/2006/relationships/slideLayout" Target="/ppt/slideLayouts/slideLayout10.xml" Id="Rf590817d144543ef" /><Relationship Type="http://schemas.openxmlformats.org/officeDocument/2006/relationships/slideLayout" Target="/ppt/slideLayouts/slideLayout11.xml" Id="R1880a99a4633462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e3c4c6934d84547" /><Relationship Type="http://schemas.openxmlformats.org/officeDocument/2006/relationships/slideLayout" Target="/ppt/slideLayouts/slideLayout12.xml" Id="R4a6907f58bd34f21" /><Relationship Type="http://schemas.openxmlformats.org/officeDocument/2006/relationships/slideLayout" Target="/ppt/slideLayouts/slideLayout13.xml" Id="R2c6fce627e314223" /><Relationship Type="http://schemas.openxmlformats.org/officeDocument/2006/relationships/slideLayout" Target="/ppt/slideLayouts/slideLayout14.xml" Id="R1516f47017ab4cdd" /><Relationship Type="http://schemas.openxmlformats.org/officeDocument/2006/relationships/slideLayout" Target="/ppt/slideLayouts/slideLayout15.xml" Id="Ra4a9b0e9d05c4a29" /><Relationship Type="http://schemas.openxmlformats.org/officeDocument/2006/relationships/slideLayout" Target="/ppt/slideLayouts/slideLayout16.xml" Id="Rffdee67d903e42e3" /><Relationship Type="http://schemas.openxmlformats.org/officeDocument/2006/relationships/slideLayout" Target="/ppt/slideLayouts/slideLayout17.xml" Id="R168a1d009eab45e1" /><Relationship Type="http://schemas.openxmlformats.org/officeDocument/2006/relationships/slideLayout" Target="/ppt/slideLayouts/slideLayout18.xml" Id="Rc817528683de44bb" /><Relationship Type="http://schemas.openxmlformats.org/officeDocument/2006/relationships/slideLayout" Target="/ppt/slideLayouts/slideLayout19.xml" Id="R5c9a68ba0f824f7e" /><Relationship Type="http://schemas.openxmlformats.org/officeDocument/2006/relationships/slideLayout" Target="/ppt/slideLayouts/slideLayout20.xml" Id="R77e0125c8a784d14" /><Relationship Type="http://schemas.openxmlformats.org/officeDocument/2006/relationships/slideLayout" Target="/ppt/slideLayouts/slideLayout21.xml" Id="R07af00d2fcc74e0e" /><Relationship Type="http://schemas.openxmlformats.org/officeDocument/2006/relationships/slideLayout" Target="/ppt/slideLayouts/slideLayout22.xml" Id="R76217a192dde420d" /><Relationship Type="http://schemas.openxmlformats.org/officeDocument/2006/relationships/slideLayout" Target="/ppt/slideLayouts/slideLayout23.xml" Id="R603d9d8b26ec4ba6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05E1D44-51AA-4E13-AE1A-4483FA2D0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5600" y="593367"/>
            <a:ext cx="11360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1E01647-C2B7-4DC5-80B6-C029F78B2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1536633"/>
            <a:ext cx="11360700" cy="455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rmAutofit/>
          </a:bodyPr>
          <a:lstStyle xmlns:a="http://schemas.openxmlformats.org/drawingml/2006/main">
            <a:lvl1pPr marL="45720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2pPr>
            <a:lvl3pPr marL="13716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3pPr>
            <a:lvl4pPr marL="1828800" indent="-34713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 sz="1867">
                <a:solidFill>
                  <a:schemeClr val="dk2"/>
                </a:solidFill>
              </a:defRPr>
            </a:lvl4pPr>
            <a:lvl5pPr marL="22860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5pPr>
            <a:lvl6pPr marL="27432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6pPr>
            <a:lvl7pPr marL="32004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 sz="1867">
                <a:solidFill>
                  <a:schemeClr val="dk2"/>
                </a:solidFill>
              </a:defRPr>
            </a:lvl7pPr>
            <a:lvl8pPr marL="36576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 sz="1867">
                <a:solidFill>
                  <a:schemeClr val="dk2"/>
                </a:solidFill>
              </a:defRPr>
            </a:lvl8pPr>
            <a:lvl9pPr marL="4114800" indent="-34713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 sz="1867"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E06DAE2F-D40B-40D2-9E81-3DA7A617C7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a5bfa47d964f14"/>
    <p:sldLayoutId xmlns:r="http://schemas.openxmlformats.org/officeDocument/2006/relationships" id="2147483650" r:id="R0a6d29c681f74312"/>
    <p:sldLayoutId xmlns:r="http://schemas.openxmlformats.org/officeDocument/2006/relationships" id="2147483651" r:id="R8fea395d126e4e4f"/>
    <p:sldLayoutId xmlns:r="http://schemas.openxmlformats.org/officeDocument/2006/relationships" id="2147483652" r:id="R66f91a87408e4253"/>
    <p:sldLayoutId xmlns:r="http://schemas.openxmlformats.org/officeDocument/2006/relationships" id="2147483653" r:id="Rb7c6c72528434078"/>
    <p:sldLayoutId xmlns:r="http://schemas.openxmlformats.org/officeDocument/2006/relationships" id="2147483654" r:id="Rd22f1d831b444012"/>
    <p:sldLayoutId xmlns:r="http://schemas.openxmlformats.org/officeDocument/2006/relationships" id="2147483655" r:id="Rc20611b0f8f144ae"/>
    <p:sldLayoutId xmlns:r="http://schemas.openxmlformats.org/officeDocument/2006/relationships" id="2147483656" r:id="R22e81377f8a34b11"/>
    <p:sldLayoutId xmlns:r="http://schemas.openxmlformats.org/officeDocument/2006/relationships" id="2147483657" r:id="Ra880b86e54c44de0"/>
    <p:sldLayoutId xmlns:r="http://schemas.openxmlformats.org/officeDocument/2006/relationships" id="2147483658" r:id="Rf590817d144543ef"/>
    <p:sldLayoutId xmlns:r="http://schemas.openxmlformats.org/officeDocument/2006/relationships" id="2147483659" r:id="R1880a99a4633462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35F4D64D-C39E-42E9-91A2-1331A2752A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nrope Medium"/>
              <a:buNone/>
              <a:defRPr sz="44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D5106EF3-29E8-4D5D-822C-101DEA6DE1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D9BD93BC-5653-4B3A-8391-C153121C92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96827AF6-E48F-4AC9-AB57-22F1EA4621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6F8E686B-3B41-4B7E-AFCD-BF1C6BE163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nrope Medium"/>
                <a:ea typeface="Manrope Medium"/>
                <a:cs typeface="Manrope Medium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a6907f58bd34f21"/>
    <p:sldLayoutId xmlns:r="http://schemas.openxmlformats.org/officeDocument/2006/relationships" id="2147483662" r:id="R2c6fce627e314223"/>
    <p:sldLayoutId xmlns:r="http://schemas.openxmlformats.org/officeDocument/2006/relationships" id="2147483663" r:id="R1516f47017ab4cdd"/>
    <p:sldLayoutId xmlns:r="http://schemas.openxmlformats.org/officeDocument/2006/relationships" id="2147483664" r:id="Ra4a9b0e9d05c4a29"/>
    <p:sldLayoutId xmlns:r="http://schemas.openxmlformats.org/officeDocument/2006/relationships" id="2147483665" r:id="Rffdee67d903e42e3"/>
    <p:sldLayoutId xmlns:r="http://schemas.openxmlformats.org/officeDocument/2006/relationships" id="2147483666" r:id="R168a1d009eab45e1"/>
    <p:sldLayoutId xmlns:r="http://schemas.openxmlformats.org/officeDocument/2006/relationships" id="2147483667" r:id="Rc817528683de44bb"/>
    <p:sldLayoutId xmlns:r="http://schemas.openxmlformats.org/officeDocument/2006/relationships" id="2147483668" r:id="R5c9a68ba0f824f7e"/>
    <p:sldLayoutId xmlns:r="http://schemas.openxmlformats.org/officeDocument/2006/relationships" id="2147483669" r:id="R77e0125c8a784d14"/>
    <p:sldLayoutId xmlns:r="http://schemas.openxmlformats.org/officeDocument/2006/relationships" id="2147483670" r:id="R07af00d2fcc74e0e"/>
    <p:sldLayoutId xmlns:r="http://schemas.openxmlformats.org/officeDocument/2006/relationships" id="2147483671" r:id="R76217a192dde420d"/>
    <p:sldLayoutId xmlns:r="http://schemas.openxmlformats.org/officeDocument/2006/relationships" id="2147483672" r:id="R603d9d8b26ec4ba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7ccdc76ca941f8" /><Relationship Type="http://schemas.openxmlformats.org/officeDocument/2006/relationships/image" Target="/ppt/media/image.jpeg" Id="Rdde493e1d2fa4209" /><Relationship Type="http://schemas.openxmlformats.org/officeDocument/2006/relationships/image" Target="/ppt/media/image.png" Id="R671ea0d815714ea2" /><Relationship Type="http://schemas.openxmlformats.org/officeDocument/2006/relationships/notesSlide" Target="/ppt/notesSlides/notesSlide1.xml" Id="R1fbd6705bbd4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168606dc644798" /><Relationship Type="http://schemas.openxmlformats.org/officeDocument/2006/relationships/image" Target="/ppt/media/image.png" Id="Rcaf938f0cec44aeb" /><Relationship Type="http://schemas.openxmlformats.org/officeDocument/2006/relationships/notesSlide" Target="/ppt/notesSlides/notesSlide2.xml" Id="R7588ab64aec5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888006a65e4fb5" /><Relationship Type="http://schemas.openxmlformats.org/officeDocument/2006/relationships/image" Target="/ppt/media/image.png" Id="Re29c0f610fc74443" /><Relationship Type="http://schemas.openxmlformats.org/officeDocument/2006/relationships/notesSlide" Target="/ppt/notesSlides/notesSlide3.xml" Id="Rdb195f9895484b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8665a1500e4e1c" /><Relationship Type="http://schemas.openxmlformats.org/officeDocument/2006/relationships/image" Target="/ppt/media/image.png" Id="R71b9b9f25f70403d" /><Relationship Type="http://schemas.openxmlformats.org/officeDocument/2006/relationships/notesSlide" Target="/ppt/notesSlides/notesSlide4.xml" Id="R1030c0cae19a4c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3e992ba5fb482c" /><Relationship Type="http://schemas.openxmlformats.org/officeDocument/2006/relationships/image" Target="/ppt/media/image.png" Id="Rf942369445e44ba8" /><Relationship Type="http://schemas.openxmlformats.org/officeDocument/2006/relationships/notesSlide" Target="/ppt/notesSlides/notesSlide5.xml" Id="R3e5205a9542b42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afbce6ee164c0c" /><Relationship Type="http://schemas.openxmlformats.org/officeDocument/2006/relationships/image" Target="/ppt/media/image.png" Id="Raa83b8e51dd743c1" /><Relationship Type="http://schemas.openxmlformats.org/officeDocument/2006/relationships/notesSlide" Target="/ppt/notesSlides/notesSlide6.xml" Id="R91dd858f96904d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1a17c75075c4962" /><Relationship Type="http://schemas.openxmlformats.org/officeDocument/2006/relationships/image" Target="/ppt/media/image.png" Id="R62ec6f97fc1047ea" /><Relationship Type="http://schemas.openxmlformats.org/officeDocument/2006/relationships/notesSlide" Target="/ppt/notesSlides/notesSlide7.xml" Id="Rf0e99a72bb2f44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15f49dbc124464" /><Relationship Type="http://schemas.openxmlformats.org/officeDocument/2006/relationships/image" Target="/ppt/media/image.png" Id="Rca9a6909cb754028" /><Relationship Type="http://schemas.openxmlformats.org/officeDocument/2006/relationships/notesSlide" Target="/ppt/notesSlides/notesSlide8.xml" Id="R31493beba1c14e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fa852ea35645ad" /><Relationship Type="http://schemas.openxmlformats.org/officeDocument/2006/relationships/image" Target="/ppt/media/image.png" Id="R9e3ec3c3de6a4f31" /><Relationship Type="http://schemas.openxmlformats.org/officeDocument/2006/relationships/notesSlide" Target="/ppt/notesSlides/notesSlide9.xml" Id="R3ce612456d1b4b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8eb669e5bd424c" /><Relationship Type="http://schemas.openxmlformats.org/officeDocument/2006/relationships/image" Target="/ppt/media/image.png" Id="Rf3f570ac2be34d6c" /><Relationship Type="http://schemas.openxmlformats.org/officeDocument/2006/relationships/notesSlide" Target="/ppt/notesSlides/notesSlide10.xml" Id="Rd473a1b79bf745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394457b8494c15" /><Relationship Type="http://schemas.openxmlformats.org/officeDocument/2006/relationships/image" Target="/ppt/media/image.png" Id="R4e866413c57342c2" /><Relationship Type="http://schemas.openxmlformats.org/officeDocument/2006/relationships/notesSlide" Target="/ppt/notesSlides/notesSlide11.xml" Id="Raa8f95d31a2548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4eae3e021a47bb" /><Relationship Type="http://schemas.openxmlformats.org/officeDocument/2006/relationships/image" Target="/ppt/media/image.png" Id="R3656e78e677b4a18" /><Relationship Type="http://schemas.openxmlformats.org/officeDocument/2006/relationships/notesSlide" Target="/ppt/notesSlides/notesSlide12.xml" Id="Rd0cd3cd45e3a44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736e87cd854d9a" /><Relationship Type="http://schemas.openxmlformats.org/officeDocument/2006/relationships/image" Target="/ppt/media/image.png" Id="R9ff5c7ed1c444dcb" /><Relationship Type="http://schemas.openxmlformats.org/officeDocument/2006/relationships/notesSlide" Target="/ppt/notesSlides/notesSlide13.xml" Id="Rdbfe808669dc49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246d3fba9a4bca" /><Relationship Type="http://schemas.openxmlformats.org/officeDocument/2006/relationships/image" Target="/ppt/media/image.png" Id="R77314844b4e14eb7" /><Relationship Type="http://schemas.openxmlformats.org/officeDocument/2006/relationships/notesSlide" Target="/ppt/notesSlides/notesSlide14.xml" Id="Rd6f5a1596e69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85566f758a4903" /><Relationship Type="http://schemas.openxmlformats.org/officeDocument/2006/relationships/image" Target="/ppt/media/image.png" Id="R6a9db5e044764bd4" /><Relationship Type="http://schemas.openxmlformats.org/officeDocument/2006/relationships/notesSlide" Target="/ppt/notesSlides/notesSlide15.xml" Id="R8b744ed8c14943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f7b621ed884a87" /><Relationship Type="http://schemas.openxmlformats.org/officeDocument/2006/relationships/image" Target="/ppt/media/image.png" Id="Rafa267c31cc64c2a" /><Relationship Type="http://schemas.openxmlformats.org/officeDocument/2006/relationships/notesSlide" Target="/ppt/notesSlides/notesSlide16.xml" Id="Ra9886207f0e744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a7d30bcbef4e75" /><Relationship Type="http://schemas.openxmlformats.org/officeDocument/2006/relationships/image" Target="/ppt/media/image.png" Id="Ref4eab770b724a8f" /><Relationship Type="http://schemas.openxmlformats.org/officeDocument/2006/relationships/notesSlide" Target="/ppt/notesSlides/notesSlide17.xml" Id="Rf827efee2e3f44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a5552c28e74633" /><Relationship Type="http://schemas.openxmlformats.org/officeDocument/2006/relationships/image" Target="/ppt/media/image.png" Id="R31894c3377c64239" /><Relationship Type="http://schemas.openxmlformats.org/officeDocument/2006/relationships/notesSlide" Target="/ppt/notesSlides/notesSlide18.xml" Id="R98d0a6c4c20a42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bcdccab91740a3" /><Relationship Type="http://schemas.openxmlformats.org/officeDocument/2006/relationships/image" Target="/ppt/media/image.png" Id="Re31d3db7abff4979" /><Relationship Type="http://schemas.openxmlformats.org/officeDocument/2006/relationships/notesSlide" Target="/ppt/notesSlides/notesSlide19.xml" Id="R56c5cca2775343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dd5599504a84b2f" /><Relationship Type="http://schemas.openxmlformats.org/officeDocument/2006/relationships/image" Target="/ppt/media/image.png" Id="R8b56f968e4294a2f" /><Relationship Type="http://schemas.openxmlformats.org/officeDocument/2006/relationships/notesSlide" Target="/ppt/notesSlides/notesSlide20.xml" Id="R693681296fb04d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99a121b63c542e3" /><Relationship Type="http://schemas.openxmlformats.org/officeDocument/2006/relationships/image" Target="/ppt/media/image.png" Id="Rea91842b492e44d6" /><Relationship Type="http://schemas.openxmlformats.org/officeDocument/2006/relationships/notesSlide" Target="/ppt/notesSlides/notesSlide21.xml" Id="R0d2dd9816aa044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0ee18f626d04dd6" /><Relationship Type="http://schemas.openxmlformats.org/officeDocument/2006/relationships/image" Target="/ppt/media/image.png" Id="Rb290f4f78cc44596" /><Relationship Type="http://schemas.openxmlformats.org/officeDocument/2006/relationships/notesSlide" Target="/ppt/notesSlides/notesSlide22.xml" Id="R59dd625a175f45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62ab5c3c304cb3" /><Relationship Type="http://schemas.openxmlformats.org/officeDocument/2006/relationships/image" Target="/ppt/media/image.png" Id="R9d110c7e671a4cf7" /><Relationship Type="http://schemas.openxmlformats.org/officeDocument/2006/relationships/notesSlide" Target="/ppt/notesSlides/notesSlide23.xml" Id="R4ab66ae07e0546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acd6bbf8fe42c0" /><Relationship Type="http://schemas.openxmlformats.org/officeDocument/2006/relationships/image" Target="/ppt/media/image.png" Id="Re329d14a7bce4ee4" /><Relationship Type="http://schemas.openxmlformats.org/officeDocument/2006/relationships/notesSlide" Target="/ppt/notesSlides/notesSlide24.xml" Id="R0aa6902cf8424b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bd62a555e34a9d" /><Relationship Type="http://schemas.openxmlformats.org/officeDocument/2006/relationships/image" Target="/ppt/media/image.png" Id="Rf1d49a88318140f0" /><Relationship Type="http://schemas.openxmlformats.org/officeDocument/2006/relationships/notesSlide" Target="/ppt/notesSlides/notesSlide25.xml" Id="Rb8521804d9a644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54db598d2c427e" /><Relationship Type="http://schemas.openxmlformats.org/officeDocument/2006/relationships/image" Target="/ppt/media/image.png" Id="R51b82fbd0cd04b25" /><Relationship Type="http://schemas.openxmlformats.org/officeDocument/2006/relationships/notesSlide" Target="/ppt/notesSlides/notesSlide26.xml" Id="R315d43afd9914e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7c75861e6e434f" /><Relationship Type="http://schemas.openxmlformats.org/officeDocument/2006/relationships/image" Target="/ppt/media/image.png" Id="R6f7a6b6a235b4a4d" /><Relationship Type="http://schemas.openxmlformats.org/officeDocument/2006/relationships/notesSlide" Target="/ppt/notesSlides/notesSlide27.xml" Id="R837066481c38476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492308740d4919" /><Relationship Type="http://schemas.openxmlformats.org/officeDocument/2006/relationships/image" Target="/ppt/media/image.png" Id="R9dd2a97f9a5a47e0" /><Relationship Type="http://schemas.openxmlformats.org/officeDocument/2006/relationships/notesSlide" Target="/ppt/notesSlides/notesSlide28.xml" Id="Rb04ff52cfefe47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c20f4922c04da8" /><Relationship Type="http://schemas.openxmlformats.org/officeDocument/2006/relationships/image" Target="/ppt/media/image.png" Id="Rcfedb0b1b871485d" /><Relationship Type="http://schemas.openxmlformats.org/officeDocument/2006/relationships/notesSlide" Target="/ppt/notesSlides/notesSlide29.xml" Id="R271ff5f529bb415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dbab871d73a4ddf" /><Relationship Type="http://schemas.openxmlformats.org/officeDocument/2006/relationships/image" Target="/ppt/media/image.png" Id="R415a8df311f64539" /><Relationship Type="http://schemas.openxmlformats.org/officeDocument/2006/relationships/notesSlide" Target="/ppt/notesSlides/notesSlide30.xml" Id="R1eb9c49be90043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27ed92229f4c2c" /><Relationship Type="http://schemas.openxmlformats.org/officeDocument/2006/relationships/image" Target="/ppt/media/image.png" Id="R6df7615ac9404f87" /><Relationship Type="http://schemas.openxmlformats.org/officeDocument/2006/relationships/notesSlide" Target="/ppt/notesSlides/notesSlide31.xml" Id="R11be52685c6143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7080d09fabf43de" /><Relationship Type="http://schemas.openxmlformats.org/officeDocument/2006/relationships/image" Target="/ppt/media/image.png" Id="Rf37e35e154084c74" /><Relationship Type="http://schemas.openxmlformats.org/officeDocument/2006/relationships/notesSlide" Target="/ppt/notesSlides/notesSlide32.xml" Id="R4701038c0f9448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cc2984104c4429" /><Relationship Type="http://schemas.openxmlformats.org/officeDocument/2006/relationships/image" Target="/ppt/media/image.png" Id="R50649034ab844af7" /><Relationship Type="http://schemas.openxmlformats.org/officeDocument/2006/relationships/notesSlide" Target="/ppt/notesSlides/notesSlide33.xml" Id="R34be1f66707a471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365160438842fe" /><Relationship Type="http://schemas.openxmlformats.org/officeDocument/2006/relationships/image" Target="/ppt/media/image.png" Id="R228befc95f6140f2" /><Relationship Type="http://schemas.openxmlformats.org/officeDocument/2006/relationships/notesSlide" Target="/ppt/notesSlides/notesSlide34.xml" Id="R7bcfff6b47714d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fe21cc7e804809" /><Relationship Type="http://schemas.openxmlformats.org/officeDocument/2006/relationships/image" Target="/ppt/media/image.png" Id="R94e45f17b102495f" /><Relationship Type="http://schemas.openxmlformats.org/officeDocument/2006/relationships/notesSlide" Target="/ppt/notesSlides/notesSlide35.xml" Id="R938e14db8c7f43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25ee9d3bbb4366" /><Relationship Type="http://schemas.openxmlformats.org/officeDocument/2006/relationships/image" Target="/ppt/media/image.png" Id="R02a29d99c67540cf" /><Relationship Type="http://schemas.openxmlformats.org/officeDocument/2006/relationships/notesSlide" Target="/ppt/notesSlides/notesSlide36.xml" Id="Re615d2fa1d8e45d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7d8dfcf87643f7" /><Relationship Type="http://schemas.openxmlformats.org/officeDocument/2006/relationships/image" Target="/ppt/media/image.png" Id="Rc4118710fd054542" /><Relationship Type="http://schemas.openxmlformats.org/officeDocument/2006/relationships/notesSlide" Target="/ppt/notesSlides/notesSlide37.xml" Id="R6213b6b64e3c4a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f2590ee25b4676" /><Relationship Type="http://schemas.openxmlformats.org/officeDocument/2006/relationships/image" Target="/ppt/media/image.png" Id="Rb495fb7891674b07" /><Relationship Type="http://schemas.openxmlformats.org/officeDocument/2006/relationships/notesSlide" Target="/ppt/notesSlides/notesSlide38.xml" Id="Rf78afe4bcc964a8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52f843241f45cd" /><Relationship Type="http://schemas.openxmlformats.org/officeDocument/2006/relationships/image" Target="/ppt/media/image.png" Id="Rc8cecebc48ca426b" /><Relationship Type="http://schemas.openxmlformats.org/officeDocument/2006/relationships/notesSlide" Target="/ppt/notesSlides/notesSlide39.xml" Id="R4309eb8de68c4af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cb3644752740b2" /><Relationship Type="http://schemas.openxmlformats.org/officeDocument/2006/relationships/image" Target="/ppt/media/image.png" Id="R47d00e452a094aa0" /><Relationship Type="http://schemas.openxmlformats.org/officeDocument/2006/relationships/notesSlide" Target="/ppt/notesSlides/notesSlide40.xml" Id="Rb134fbd452754cd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38871ef0174de4" /><Relationship Type="http://schemas.openxmlformats.org/officeDocument/2006/relationships/image" Target="/ppt/media/image.png" Id="Rb5b991c92c004f3b" /><Relationship Type="http://schemas.openxmlformats.org/officeDocument/2006/relationships/notesSlide" Target="/ppt/notesSlides/notesSlide41.xml" Id="Raddc081e73b84f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6bbf3b9c8444bf" /><Relationship Type="http://schemas.openxmlformats.org/officeDocument/2006/relationships/image" Target="/ppt/media/image.png" Id="R1a4570516a354f9f" /><Relationship Type="http://schemas.openxmlformats.org/officeDocument/2006/relationships/notesSlide" Target="/ppt/notesSlides/notesSlide42.xml" Id="R3e5a0f1bc1744c6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b81ca1dbdf4c60" /><Relationship Type="http://schemas.openxmlformats.org/officeDocument/2006/relationships/image" Target="/ppt/media/image.png" Id="R42f171e6f4bc49be" /><Relationship Type="http://schemas.openxmlformats.org/officeDocument/2006/relationships/notesSlide" Target="/ppt/notesSlides/notesSlide43.xml" Id="R1844b5bc46f145e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b07c9034de4012" /><Relationship Type="http://schemas.openxmlformats.org/officeDocument/2006/relationships/image" Target="/ppt/media/image.png" Id="Rc8538e59eda64cb1" /><Relationship Type="http://schemas.openxmlformats.org/officeDocument/2006/relationships/notesSlide" Target="/ppt/notesSlides/notesSlide44.xml" Id="R13143f783fdb4fd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e4491bde5a41f0" /><Relationship Type="http://schemas.openxmlformats.org/officeDocument/2006/relationships/image" Target="/ppt/media/image.png" Id="Re9734fbeca0e4889" /><Relationship Type="http://schemas.openxmlformats.org/officeDocument/2006/relationships/notesSlide" Target="/ppt/notesSlides/notesSlide45.xml" Id="Rab87102e03cd404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0078c2073f48cb" /><Relationship Type="http://schemas.openxmlformats.org/officeDocument/2006/relationships/image" Target="/ppt/media/image.png" Id="R3dddb56dd2924240" /><Relationship Type="http://schemas.openxmlformats.org/officeDocument/2006/relationships/notesSlide" Target="/ppt/notesSlides/notesSlide46.xml" Id="R876bd80610f6485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77ecc395994fcc" /><Relationship Type="http://schemas.openxmlformats.org/officeDocument/2006/relationships/image" Target="/ppt/media/image.png" Id="R4bf9cbaf4b68459a" /><Relationship Type="http://schemas.openxmlformats.org/officeDocument/2006/relationships/notesSlide" Target="/ppt/notesSlides/notesSlide47.xml" Id="Ra01325d4e34d499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a55d71b7ca47fa" /><Relationship Type="http://schemas.openxmlformats.org/officeDocument/2006/relationships/image" Target="/ppt/media/image.png" Id="R7cdeb186eecf4465" /><Relationship Type="http://schemas.openxmlformats.org/officeDocument/2006/relationships/notesSlide" Target="/ppt/notesSlides/notesSlide48.xml" Id="Rf888302a0cc14d1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5097beb7484f0b" /><Relationship Type="http://schemas.openxmlformats.org/officeDocument/2006/relationships/image" Target="/ppt/media/image.png" Id="R8dd101496d7949e2" /><Relationship Type="http://schemas.openxmlformats.org/officeDocument/2006/relationships/notesSlide" Target="/ppt/notesSlides/notesSlide49.xml" Id="R78c9c8bf4c7f4ba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b552ebe8854318" /><Relationship Type="http://schemas.openxmlformats.org/officeDocument/2006/relationships/image" Target="/ppt/media/image.png" Id="R071290c0ac47432b" /><Relationship Type="http://schemas.openxmlformats.org/officeDocument/2006/relationships/notesSlide" Target="/ppt/notesSlides/notesSlide50.xml" Id="Ra61199e712d24c3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09086166b84df2" /><Relationship Type="http://schemas.openxmlformats.org/officeDocument/2006/relationships/image" Target="/ppt/media/image.png" Id="R080184a81b454451" /><Relationship Type="http://schemas.openxmlformats.org/officeDocument/2006/relationships/notesSlide" Target="/ppt/notesSlides/notesSlide51.xml" Id="Rc55a770cfcd847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26">
            <a:extLst xmlns:a="http://schemas.openxmlformats.org/drawingml/2006/main">
              <a:ext uri="{FF2B5EF4-FFF2-40B4-BE49-F238E27FC236}">
                <a16:creationId xmlns:a16="http://schemas.microsoft.com/office/drawing/2014/main" id="{7D6CBD48-8229-41EB-B225-A65E0E4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6550"/>
            <a:ext cx="3883200" cy="285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31" name="Google Shape;131;p26">
            <a:extLst xmlns:a="http://schemas.openxmlformats.org/drawingml/2006/main">
              <a:ext uri="{FF2B5EF4-FFF2-40B4-BE49-F238E27FC236}">
                <a16:creationId xmlns:a16="http://schemas.microsoft.com/office/drawing/2014/main" id="{99301CD0-0082-4500-8B9E-8375EBFC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9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9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</a:t>
            </a:r>
            <a:endParaRPr/>
          </a:p>
        </p:txBody>
      </p:sp>
      <p:pic>
        <p:nvPicPr>
          <p:cNvPr id="156" name="Google Shape;132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11375" t="0" r="50000" b="66667"/>
          <a:stretch xmlns:a="http://schemas.openxmlformats.org/drawingml/2006/main"/>
        </p:blipFill>
        <p:spPr>
          <a:xfrm xmlns:a="http://schemas.openxmlformats.org/drawingml/2006/main" rot="-180002">
            <a:off x="3205904" y="943645"/>
            <a:ext cx="2908301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33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50000" t="0" r="11375" b="66667"/>
          <a:stretch xmlns:a="http://schemas.openxmlformats.org/drawingml/2006/main"/>
        </p:blipFill>
        <p:spPr>
          <a:xfrm xmlns:a="http://schemas.openxmlformats.org/drawingml/2006/main" rot="180002">
            <a:off x="6153838" y="856726"/>
            <a:ext cx="2908301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" name="Google Shape;134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11375" t="33334" r="50000" b="33331"/>
          <a:stretch xmlns:a="http://schemas.openxmlformats.org/drawingml/2006/main"/>
        </p:blipFill>
        <p:spPr>
          <a:xfrm xmlns:a="http://schemas.openxmlformats.org/drawingml/2006/main" rot="120002">
            <a:off x="3312145" y="2607815"/>
            <a:ext cx="2908302" cy="17018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9" name="Google Shape;135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50000" t="33334" r="11375" b="33331"/>
          <a:stretch xmlns:a="http://schemas.openxmlformats.org/drawingml/2006/main"/>
        </p:blipFill>
        <p:spPr>
          <a:xfrm xmlns:a="http://schemas.openxmlformats.org/drawingml/2006/main" rot="-270003">
            <a:off x="6134100" y="2387599"/>
            <a:ext cx="2908301" cy="1701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0" name="Google Shape;136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11375" t="66667" r="50000" b="0"/>
          <a:stretch xmlns:a="http://schemas.openxmlformats.org/drawingml/2006/main"/>
        </p:blipFill>
        <p:spPr>
          <a:xfrm xmlns:a="http://schemas.openxmlformats.org/drawingml/2006/main" rot="240003">
            <a:off x="3265620" y="4224398"/>
            <a:ext cx="2908300" cy="1701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3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e493e1d2fa4209">
            <a:alphaModFix/>
          </a:blip>
          <a:srcRect xmlns:a="http://schemas.openxmlformats.org/drawingml/2006/main" l="50000" t="66667" r="11375" b="0"/>
          <a:stretch xmlns:a="http://schemas.openxmlformats.org/drawingml/2006/main"/>
        </p:blipFill>
        <p:spPr>
          <a:xfrm xmlns:a="http://schemas.openxmlformats.org/drawingml/2006/main" rot="-89999">
            <a:off x="6134100" y="4038600"/>
            <a:ext cx="2908302" cy="17017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2" name="Google Shape;13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1ea0d815714e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9" name="Google Shape;139;p26">
            <a:extLst xmlns:a="http://schemas.openxmlformats.org/drawingml/2006/main">
              <a:ext uri="{FF2B5EF4-FFF2-40B4-BE49-F238E27FC236}">
                <a16:creationId xmlns:a16="http://schemas.microsoft.com/office/drawing/2014/main" id="{404F39F0-B1F8-4C9C-B5F4-6EBA956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00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01</a:t>
            </a:r>
            <a:endParaRPr/>
          </a:p>
        </p:txBody>
      </p:sp>
      <p:sp>
        <p:nvSpPr>
          <p:cNvPr id="140" name="Google Shape;140;p26">
            <a:extLst xmlns:a="http://schemas.openxmlformats.org/drawingml/2006/main">
              <a:ext uri="{FF2B5EF4-FFF2-40B4-BE49-F238E27FC236}">
                <a16:creationId xmlns:a16="http://schemas.microsoft.com/office/drawing/2014/main" id="{1D20F24E-4061-4A1D-863C-6FDCC11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00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1" name="Google Shape;141;p26">
            <a:extLst xmlns:a="http://schemas.openxmlformats.org/drawingml/2006/main">
              <a:ext uri="{FF2B5EF4-FFF2-40B4-BE49-F238E27FC236}">
                <a16:creationId xmlns:a16="http://schemas.microsoft.com/office/drawing/2014/main" id="{7965E2E3-4B0F-466E-BA53-6F1B566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6970"/>
            <a:ext cx="5715000" cy="28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Марат Зимнуров · ИТМО × Авито</a:t>
            </a:r>
            <a:endParaRPr sz="18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2" name="Google Shape;142;p26">
            <a:extLst xmlns:a="http://schemas.openxmlformats.org/drawingml/2006/main">
              <a:ext uri="{FF2B5EF4-FFF2-40B4-BE49-F238E27FC236}">
                <a16:creationId xmlns:a16="http://schemas.microsoft.com/office/drawing/2014/main" id="{D26F2EBE-5999-4842-B63E-33D7F611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970"/>
            <a:ext cx="5886600" cy="28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18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Saint Petersburg | 2026</a:t>
            </a:r>
            <a:endParaRPr/>
          </a:p>
        </p:txBody>
      </p:sp>
      <p:sp>
        <p:nvSpPr>
          <p:cNvPr id="143" name="Google Shape;143;p26">
            <a:extLst xmlns:a="http://schemas.openxmlformats.org/drawingml/2006/main">
              <a:ext uri="{FF2B5EF4-FFF2-40B4-BE49-F238E27FC236}">
                <a16:creationId xmlns:a16="http://schemas.microsoft.com/office/drawing/2014/main" id="{E54B961C-AF54-4B75-AEC1-6FBA987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180">
            <a:off x="1675055" y="3989148"/>
            <a:ext cx="2314239" cy="1252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05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4" name="Google Shape;144;p26">
            <a:extLst xmlns:a="http://schemas.openxmlformats.org/drawingml/2006/main">
              <a:ext uri="{FF2B5EF4-FFF2-40B4-BE49-F238E27FC236}">
                <a16:creationId xmlns:a16="http://schemas.microsoft.com/office/drawing/2014/main" id="{7C136CF6-6321-4827-8D4C-B4CB502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972">
            <a:off x="1250454" y="4012555"/>
            <a:ext cx="2457514" cy="12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500"/>
              </a:lnSpc>
              <a:spcBef>
                <a:spcPts val="0"/>
              </a:spcBef>
              <a:spcAft>
                <a:spcPts val="0"/>
              </a:spcAft>
              <a:buNone/>
              <a:defRPr sz="75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75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</a:t>
            </a:r>
            <a:endParaRPr sz="8400"/>
          </a:p>
        </p:txBody>
      </p:sp>
      <p:sp>
        <p:nvSpPr>
          <p:cNvPr id="145" name="Google Shape;145;p26">
            <a:extLst xmlns:a="http://schemas.openxmlformats.org/drawingml/2006/main">
              <a:ext uri="{FF2B5EF4-FFF2-40B4-BE49-F238E27FC236}">
                <a16:creationId xmlns:a16="http://schemas.microsoft.com/office/drawing/2014/main" id="{E6397199-612D-4D8D-BD37-6095F83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9908">
            <a:off x="8032513" y="2735352"/>
            <a:ext cx="3563870" cy="3563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A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rgbClr val="FFFFFF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146" name="Google Shape;146;p26">
            <a:extLst xmlns:a="http://schemas.openxmlformats.org/drawingml/2006/main">
              <a:ext uri="{FF2B5EF4-FFF2-40B4-BE49-F238E27FC236}">
                <a16:creationId xmlns:a16="http://schemas.microsoft.com/office/drawing/2014/main" id="{CC8ACB6F-518D-4AFD-BD17-4089E6B4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0000">
            <a:off x="8334375" y="304800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Локальные</a:t>
            </a:r>
            <a:endParaRPr sz="5600"/>
          </a:p>
          <a:p xmlns:a="http://schemas.openxmlformats.org/drawingml/2006/main">
            <a:pPr marL="0" marR="0" lvl="0" indent="0" algn="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модели</a:t>
            </a:r>
            <a:endParaRPr sz="5600"/>
          </a:p>
        </p:txBody>
      </p:sp>
    </p:spTree>
    <p:extLst>
      <p:ext uri="{BB962C8B-B14F-4D97-AF65-F5344CB8AC3E}">
        <p14:creationId xmlns:p14="http://schemas.microsoft.com/office/powerpoint/2010/main" val="1318959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Результат занятия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Различать модель, runtime и агента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Выбирать конфигурацию под ноутбук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Управлять промптом и контекстом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Проверять ответы и вызовы инструментов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f938f0cec44a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Один учебный пример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 репозитории есть README и сервис подписки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Помощник объясняет код со ссылками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Часть вопросов содержит ложную предпосылку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 проверяет человек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9c0f610fc744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Веса скачаны на ваше устройство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Inference выполняет ваш CPU или GPU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Сервер принимает запрос на localhost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Клиенты и плагины могут обращаться в сеть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b9b9f25f7040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04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Что значит «локально»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Когда это полезно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Работа без постоянного интернета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Контроль версий и параметров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Повторяющаяся узкая задача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Исследование модели и её ограничений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42369445e44b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Стоимость локального запуска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Время загрузки и настройки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Память, вычисления и энергия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Ожидание ответа и повторные попытки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Стоимость одного принятого результата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83b8e51dd743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Разработчик: Qwen / Alibaba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Семейство и версия: Qwen3.5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Checkpoint: Qwen3.5-4B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Runtime: Ollama, клиент: OpenCode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ec6f97fc1047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07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Карта понятий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Семейства моделей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Qwen — семейства команды Alibaba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Gemma — Google; Llama — Meta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Mistral / Ministral — Mistral AI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Phi — Microsoft; DeepSeek — DeepSeek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9a6909cb7540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Специализация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General: широкий круг запросов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Coding: код и инженерные задачи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Reasoning: дополнительное вычисление ответа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Embedding / reranker: поиск и ранжирование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3ec3c3de6a4f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Текст: вопросы, перевод, код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Изображение на входе: визуальный анализ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Речь: распознавание и синтез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Изображения и видео: отдельные pipeline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f570ac2be34d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10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Модальности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Base и Instruct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Base продолжает последовательность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Instruct адаптирована к инструкциям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Chat template кодирует роли сообщений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Неверный шаблон ломает диалог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866413c57342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Веса и лицензия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Доступ к весам не равен свободе всех действий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Условия могут различаться внутри семейства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Проверяются веса, код и дополнительные условия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Источник истины: карточка конкретной версии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56e78e677b4a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Кто опубликовал и откуда веса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Задачи, языки и ограничения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Формат, версия runtime, chat template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Лицензия, оценка, примеры запуска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f5c7ed1c444d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13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Карточка модели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Inference по шагам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Текст превращается в токены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оценивает следующий токен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Алгоритм выбирает продолжение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Цикл повторяется до условия остановки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314844b4e14e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Токены и контекст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Токен может быть частью слова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 контексте есть инструкции и история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Инструменты добавляют схемы и результаты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Лимит включает больше, чем ваш вопрос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9db5e044764b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Prefill обрабатывает входной контекст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Decode строит ответ по токенам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Длинный вход увеличивает ожидание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Короткий ответ не отменяет стоимость входа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a267c31cc64c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16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Prefill и decode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Параметры и память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4B означает около 4 млрд параметров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FP16: примерно 2 байта на параметр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Q4: грубая оценка 0.5 байта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Cache и runtime требуют память сверх весов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4eab770b724a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Dense и MoE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Dense использует плотные слои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MoE выбирает часть экспертов для токена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Активные параметры влияют на вычисления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Полные веса всё равно нужно разместить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894c3377c642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Меньше бит для хранения чисел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Обычно меньше памяти для весов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Точность и скорость зависят от реализации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Q4 и Q8 сравнивают на своих заданиях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1d3db7abff49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19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Квантизация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KV cache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Сохраняет состояние внимания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Растёт с длиной последовательности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Параллельные запросы требуют ресурсы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Архитектура влияет на объём cache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56f968e4294a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Три разных лимита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Максимум в карточке checkpoint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Контекст, выделенный сервером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Бюджет, объявленный клиенту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Все три должны согласоваться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91842b492e44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CPU может запустить небольшую модель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GPU ускоряет совместимые вычисления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VRAM и обычная RAM различаются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Apple Silicon использует общую память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90f4f78cc445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22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CPU, GPU и память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Подбор под ноутбук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Начало: небольшая модель и 4k контекста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Проверка: ответ, память, размещение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Потом увеличиваем ровно один параметр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Для агента проводим новый замер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110c7e671a4c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Набор для практики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Qwen3.5: 0.8B / 2B для первого чата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4B как исходный учебный вариант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9B при достаточной памяти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OpenCode: отдельный профиль 64k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29d14a7bce4ee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Холодный старт отдельно от прогретого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Время до первого токена, если есть stream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Скорость decode и полное время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Качество ответа и число попыток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d49a88318140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25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Что измерять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Где брать веса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Официальная организация разработчика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Карточка и конкретная ревизия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Совместимая упаковка для runtime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Сохранённые ID и параметры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b82fbd0cd04b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Форматы и движки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GGUF: распространён в llama.cpp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Safetensors: хранение тензоров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MLX: экосистема Apple Silicon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vLLM: обслуживание запросов на сервере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7a6b6a235b4a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Ollama: команды, Modelfile и API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LM Studio: загрузка и настройка через GUI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Оба могут обслуживать локальный клиент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OpenCode получает модель через endpoint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d2a97f9a5a47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28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 и LM Studio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Сервер и клиент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Ollama: localhost:11434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LM Studio: обычно localhost:1234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Клиент отправляет messages и параметры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Неверный endpoint меняет место исполнения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edb0b1b87148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29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 prompt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Определяет роль и формат ответа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Описывает доступный контекст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Задаёт поведение при нехватке данных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Сам по себе не является защитой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5a8df311f6453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 в Ollama Modelfile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System-сообщение запроса API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Prompt агента и правила OpenCode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Проверяем тот уровень, который используем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f7615ac9404f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31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Три уровня инструкций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Настройки генерации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Temperature меняет распределение выбора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Top-p ограничивает набор кандидатов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Лимит ответа ограничивает генерацию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Seed помогает сравнивать повторы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7e35e154084c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Reasoning и бюджет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Размышление расходует время и токены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Режим зависит от модели и runtime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Короткий вопрос тоже может быть дорогим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Проверяем итог и наблюдаемые действия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649034ab844a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Prompt: как отвечать на текущий запрос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Контекст / RAG: откуда взять факты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Fine-tuning: изменить поведение весов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Обновляемые факты проще давать извне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8befc95f6140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34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Prompt, RAG или обучение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и агент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предлагает вызов инструмента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Клиент проверяет и выполняет действие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Результат возвращается в контекст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Цикл заканчивается ответом или лимитом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e45f17b10249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Демонстрация: OpenCode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Локальная модель и контекст 64k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Явный provider/model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Агент local-guide с доступом к чтению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Вопрос о тестах и реальный read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a29d99c67540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Prompt говорит, как отвечать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Permissions определяют доступные действия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Содержимое файлов может быть недоверенным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Изоляция ограничивает последствия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118710fd0545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37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Границы помощника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Пять проверок качества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Факт, который явно есть в README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Поведение, подтверждаемое кодом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Вопрос с ложной предпосылкой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Вопрос без ответа и вопрос о состоянии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95fb7891674b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Типовые поломки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Сервер не запущен или неверный порт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Модель не помещается с контекстом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Chat template или tools несовместимы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 правдоподобный, но без оснований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cecebc48ca42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39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Воспроизводимый локальный запуск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Понимание выбора модели и ресурсов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Проверенный system prompt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OpenCode и оценка по фактам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d00e452a094a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40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Что остаётся у вас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Дополнительные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разборы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Для самостоятельной работы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 вопросов после занятия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b991c92c004f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LoRA и QLoRA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LoRA обучает небольшие адаптеры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Базовые веса обычно фиксируют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QLoRA сочетает адаптеры с квантизацией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Нужны данные и независимая проверка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4570516a354f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Примеры нужного поведения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Разделение train и evaluation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Проверка прав и качества данных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Сравнение с исходной моделью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f171e6f4bc49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43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Данные для дообучения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Бенчмарки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MMLU: задачи на знания и рассуждение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Coding-бенчмарки проверяют свой набор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Результат зависит от условий запуска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Свой набор отражает вашу задачу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538e59eda64c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Локальный RAG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Документы делятся на фрагменты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Embedding помогает найти кандидатов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Reranker уточняет порядок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Ответ сопровождается источниками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734fbeca0e48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ASR превращает речь в текст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TTS превращает текст в речь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Vision-модель анализирует изображение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Генерация изображений требует своего pipeline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ddb56dd29242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46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Аудио и изображения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ComfyUI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Workflow описывает узлы и связи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Модели выполняют разные этапы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Параметры и seed входят в эксперимент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Экспорт JSON помогает повторить запуск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f9cbaf4b6845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Local–cloud–local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Локальная подготовка входа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Явно выбранный облачный этап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Локальная проверка результата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Фиксация переданных данных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deb186eecf44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" name="Google Shape;427;p42">
            <a:extLst xmlns:a="http://schemas.openxmlformats.org/drawingml/2006/main">
              <a:ext uri="{FF2B5EF4-FFF2-40B4-BE49-F238E27FC236}">
                <a16:creationId xmlns:a16="http://schemas.microsoft.com/office/drawing/2014/main" id="{0C8EEE5E-839B-4362-A4B6-6360B405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" y="2078976"/>
            <a:ext cx="12192000" cy="4779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2" name="Google Shape;432;p42">
            <a:extLst xmlns:a="http://schemas.openxmlformats.org/drawingml/2006/main">
              <a:ext uri="{FF2B5EF4-FFF2-40B4-BE49-F238E27FC236}">
                <a16:creationId xmlns:a16="http://schemas.microsoft.com/office/drawing/2014/main" id="{3B1ABD16-A5A6-475A-A38A-F923E28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Версии весов и runtime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3" name="Google Shape;433;p42">
            <a:extLst xmlns:a="http://schemas.openxmlformats.org/drawingml/2006/main">
              <a:ext uri="{FF2B5EF4-FFF2-40B4-BE49-F238E27FC236}">
                <a16:creationId xmlns:a16="http://schemas.microsoft.com/office/drawing/2014/main" id="{4E0A52B9-3F75-4A3D-9064-D58D61F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Логи задержки и ошибок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4" name="Google Shape;434;p42">
            <a:extLst xmlns:a="http://schemas.openxmlformats.org/drawingml/2006/main">
              <a:ext uri="{FF2B5EF4-FFF2-40B4-BE49-F238E27FC236}">
                <a16:creationId xmlns:a16="http://schemas.microsoft.com/office/drawing/2014/main" id="{3EACAC11-4354-4F4F-9F57-072F5C34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Ограничение параллельных запросов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5" name="Google Shape;435;p42">
            <a:extLst xmlns:a="http://schemas.openxmlformats.org/drawingml/2006/main">
              <a:ext uri="{FF2B5EF4-FFF2-40B4-BE49-F238E27FC236}">
                <a16:creationId xmlns:a16="http://schemas.microsoft.com/office/drawing/2014/main" id="{823A0303-3176-4FF9-864B-8FE295E4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800" tIns="15925" rIns="31800" bIns="15925" anchor="t">
            <a:noAutofit/>
          </a:bodyPr>
          <a:lstStyle xmlns:a="http://schemas.openxmlformats.org/drawingml/2006/main"/>
          <a:p xmlns:a="http://schemas.openxmlformats.org/drawingml/2006/main">
            <a:pPr marL="0" marR="0" lvl="1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Перезапуск после диагностики причины</a:t>
            </a:r>
            <a:endParaRPr sz="17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6" name="Google Shape;436;p42">
            <a:extLst xmlns:a="http://schemas.openxmlformats.org/drawingml/2006/main">
              <a:ext uri="{FF2B5EF4-FFF2-40B4-BE49-F238E27FC236}">
                <a16:creationId xmlns:a16="http://schemas.microsoft.com/office/drawing/2014/main" id="{E593EC26-0D9C-42AA-B184-2F1259F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25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1.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7" name="Google Shape;437;p42">
            <a:extLst xmlns:a="http://schemas.openxmlformats.org/drawingml/2006/main">
              <a:ext uri="{FF2B5EF4-FFF2-40B4-BE49-F238E27FC236}">
                <a16:creationId xmlns:a16="http://schemas.microsoft.com/office/drawing/2014/main" id="{89244864-EC9A-4446-9E4F-15F3C24C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41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2.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8" name="Google Shape;438;p42">
            <a:extLst xmlns:a="http://schemas.openxmlformats.org/drawingml/2006/main">
              <a:ext uri="{FF2B5EF4-FFF2-40B4-BE49-F238E27FC236}">
                <a16:creationId xmlns:a16="http://schemas.microsoft.com/office/drawing/2014/main" id="{681A4C50-69AE-45C3-B37C-1AD123E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57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3.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39" name="Google Shape;439;p42">
            <a:extLst xmlns:a="http://schemas.openxmlformats.org/drawingml/2006/main">
              <a:ext uri="{FF2B5EF4-FFF2-40B4-BE49-F238E27FC236}">
                <a16:creationId xmlns:a16="http://schemas.microsoft.com/office/drawing/2014/main" id="{2542C950-6504-4E0A-8C88-3531418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473700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E0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1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50" b="0" i="0" u="non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</a:rPr>
              <a:t>4.</a:t>
            </a:r>
            <a:endParaRPr sz="1467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pic>
        <p:nvPicPr>
          <p:cNvPr id="454" name="Google Shape;440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d101496d7949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1" name="Google Shape;441;p42">
            <a:extLst xmlns:a="http://schemas.openxmlformats.org/drawingml/2006/main">
              <a:ext uri="{FF2B5EF4-FFF2-40B4-BE49-F238E27FC236}">
                <a16:creationId xmlns:a16="http://schemas.microsoft.com/office/drawing/2014/main" id="{7404E843-7979-49E5-82D0-34267A5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49</a:t>
            </a:r>
            <a:endParaRPr/>
          </a:p>
        </p:txBody>
      </p:sp>
      <p:sp>
        <p:nvSpPr>
          <p:cNvPr id="442" name="Google Shape;442;p42">
            <a:extLst xmlns:a="http://schemas.openxmlformats.org/drawingml/2006/main">
              <a:ext uri="{FF2B5EF4-FFF2-40B4-BE49-F238E27FC236}">
                <a16:creationId xmlns:a16="http://schemas.microsoft.com/office/drawing/2014/main" id="{B36D933F-6D41-45F3-8B7F-17664DE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10" y="6490849"/>
            <a:ext cx="5486456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443" name="Google Shape;443;p42">
            <a:extLst xmlns:a="http://schemas.openxmlformats.org/drawingml/2006/main">
              <a:ext uri="{FF2B5EF4-FFF2-40B4-BE49-F238E27FC236}">
                <a16:creationId xmlns:a16="http://schemas.microsoft.com/office/drawing/2014/main" id="{0ECD6301-0A07-45E7-93CD-C44D1DC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5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45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Эксплуатация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90639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Несколько устройств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Распределение весов добавляет сеть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Пропускная способность важна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Совместимость и сбои усложняют запуск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Больше устройств не гарантирует ускорение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1290c0ac4743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50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3" name="Google Shape;253;p33">
            <a:extLst xmlns:a="http://schemas.openxmlformats.org/drawingml/2006/main">
              <a:ext uri="{FF2B5EF4-FFF2-40B4-BE49-F238E27FC236}">
                <a16:creationId xmlns:a16="http://schemas.microsoft.com/office/drawing/2014/main" id="{FF63CDA5-225B-4DA6-A4DD-60EA630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 b="0" i="0" u="none" cap="none">
              <a:solidFill>
                <a:schemeClr val="lt1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FB5A0E80-A6D5-44FF-80B4-F71574C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36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Источники и версии</a:t>
            </a:r>
            <a:endParaRPr sz="350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985EE8E6-C127-44C5-89CE-F1BAEF8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"/>
            <a:ext cx="5476875" cy="561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Официальные карточки моделей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Документация runtime и OpenCode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Точные ссылки в заметках и SOURCES.md</a:t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/>
            </a:r>
            <a:endParaRPr sz="2500"/>
          </a:p>
          <a:p xmlns:a="http://schemas.openxmlformats.org/drawingml/2006/main">
            <a:pPr marL="0" marR="0" lvl="0" indent="0" algn="l">
              <a:lnSpc>
                <a:spcPct val="879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2400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Актуальность: 15 сентября 2026</a:t>
            </a:r>
            <a:endParaRPr sz="2500"/>
          </a:p>
        </p:txBody>
      </p:sp>
      <p:pic>
        <p:nvPicPr>
          <p:cNvPr id="263" name="Google Shape;256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0184a81b4544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6477000"/>
            <a:ext cx="1314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3FEA50A5-A415-4638-94FE-CC7E637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77000"/>
            <a:ext cx="588429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Лекция 3: локальные модели</a:t>
            </a:r>
            <a:endParaRPr sz="1050" b="0" i="0" u="none" cap="none">
              <a:solidFill>
                <a:srgbClr val="000000"/>
              </a:solidFill>
              <a:latin typeface="Manrope Medium"/>
              <a:ea typeface="Manrope Medium"/>
              <a:cs typeface="Manrope Medium"/>
            </a:endParaRPr>
          </a:p>
        </p:txBody>
      </p:sp>
      <p:sp>
        <p:nvSpPr>
          <p:cNvPr id="258" name="Google Shape;258;p33">
            <a:extLst xmlns:a="http://schemas.openxmlformats.org/drawingml/2006/main">
              <a:ext uri="{FF2B5EF4-FFF2-40B4-BE49-F238E27FC236}">
                <a16:creationId xmlns:a16="http://schemas.microsoft.com/office/drawing/2014/main" id="{3BC76797-7178-4638-9FA4-66D18ADA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209" y="6490849"/>
            <a:ext cx="5884291" cy="167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47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000000"/>
                </a:solidFill>
                <a:latin typeface="Manrope Medium"/>
                <a:ea typeface="Manrope Medium"/>
                <a:cs typeface="Manrope Medium"/>
              </a:defRPr>
            </a:pPr>
            <a:r>
              <a:rPr sz="975" b="0" i="0" u="none" cap="none">
                <a:solidFill>
                  <a:srgbClr val="000000"/>
                </a:solidFill>
                <a:latin typeface="Manrope Medium"/>
                <a:ea typeface="Manrope Medium"/>
                <a:cs typeface="Manrope Medium"/>
              </a:rPr>
              <a:t>51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06772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2026-09-15T06:56:36.8040000Z</dcterms:created>
  <dcterms:modified xsi:type="dcterms:W3CDTF">2026-09-15T06:56:36.8040000Z</dcterms:modified>
</coreProperties>
</file>