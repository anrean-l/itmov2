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eac7e2b5154258" /><Relationship Type="http://schemas.openxmlformats.org/officeDocument/2006/relationships/extended-properties" Target="/docProps/app.xml" Id="R0fd0e7404f344e03" /><Relationship Type="http://schemas.openxmlformats.org/officeDocument/2006/relationships/officeDocument" Target="/ppt/presentation.xml" Id="Recbbcb1e283248a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4a18bc62bb74eaf"/>
    <p:sldMasterId xmlns:r="http://schemas.openxmlformats.org/officeDocument/2006/relationships" id="2147483674" r:id="R55a38b14f4474104"/>
  </p:sldMasterIdLst>
  <p:notesMasterIdLst>
    <p:notesMasterId xmlns:r="http://schemas.openxmlformats.org/officeDocument/2006/relationships" r:id="Rdf553aff22c84dd9"/>
  </p:notesMasterIdLst>
  <p:sldIdLst>
    <p:sldId xmlns:r="http://schemas.openxmlformats.org/officeDocument/2006/relationships" id="256" r:id="Rc7635d9411d043db"/>
    <p:sldId xmlns:r="http://schemas.openxmlformats.org/officeDocument/2006/relationships" id="257" r:id="R1c716da53bca482a"/>
    <p:sldId xmlns:r="http://schemas.openxmlformats.org/officeDocument/2006/relationships" id="258" r:id="R006769b16d264247"/>
    <p:sldId xmlns:r="http://schemas.openxmlformats.org/officeDocument/2006/relationships" id="259" r:id="R7bec03076b2b4f6b"/>
    <p:sldId xmlns:r="http://schemas.openxmlformats.org/officeDocument/2006/relationships" id="260" r:id="R41ecbf5217f54dae"/>
    <p:sldId xmlns:r="http://schemas.openxmlformats.org/officeDocument/2006/relationships" id="261" r:id="Rd6ce7ce3e54f457e"/>
    <p:sldId xmlns:r="http://schemas.openxmlformats.org/officeDocument/2006/relationships" id="262" r:id="R0a41d9ba69594ba7"/>
    <p:sldId xmlns:r="http://schemas.openxmlformats.org/officeDocument/2006/relationships" id="263" r:id="R319408d796ff4710"/>
    <p:sldId xmlns:r="http://schemas.openxmlformats.org/officeDocument/2006/relationships" id="264" r:id="Ra80f87b211be42b1"/>
    <p:sldId xmlns:r="http://schemas.openxmlformats.org/officeDocument/2006/relationships" id="265" r:id="R97e085ff19c44ac2"/>
    <p:sldId xmlns:r="http://schemas.openxmlformats.org/officeDocument/2006/relationships" id="266" r:id="R90a56869bd0c40a3"/>
    <p:sldId xmlns:r="http://schemas.openxmlformats.org/officeDocument/2006/relationships" id="267" r:id="R8cc638e7458442fb"/>
    <p:sldId xmlns:r="http://schemas.openxmlformats.org/officeDocument/2006/relationships" id="268" r:id="Raa7775d9e0f74c88"/>
    <p:sldId xmlns:r="http://schemas.openxmlformats.org/officeDocument/2006/relationships" id="269" r:id="Rd4aae36ac0fb4875"/>
    <p:sldId xmlns:r="http://schemas.openxmlformats.org/officeDocument/2006/relationships" id="270" r:id="R4c9bc2c32fcd4711"/>
    <p:sldId xmlns:r="http://schemas.openxmlformats.org/officeDocument/2006/relationships" id="271" r:id="R355979d2f9c0460c"/>
    <p:sldId xmlns:r="http://schemas.openxmlformats.org/officeDocument/2006/relationships" id="272" r:id="R39d61bd5292a41ce"/>
    <p:sldId xmlns:r="http://schemas.openxmlformats.org/officeDocument/2006/relationships" id="273" r:id="R530830d31f964f96"/>
    <p:sldId xmlns:r="http://schemas.openxmlformats.org/officeDocument/2006/relationships" id="274" r:id="R7d282887f8cb47fe"/>
    <p:sldId xmlns:r="http://schemas.openxmlformats.org/officeDocument/2006/relationships" id="275" r:id="Rd1bdbc7d0fd140aa"/>
    <p:sldId xmlns:r="http://schemas.openxmlformats.org/officeDocument/2006/relationships" id="276" r:id="R60b8df788c034a13"/>
    <p:sldId xmlns:r="http://schemas.openxmlformats.org/officeDocument/2006/relationships" id="277" r:id="Ra1db48cdb14c4719"/>
    <p:sldId xmlns:r="http://schemas.openxmlformats.org/officeDocument/2006/relationships" id="278" r:id="R48be11b02ec747cf"/>
    <p:sldId xmlns:r="http://schemas.openxmlformats.org/officeDocument/2006/relationships" id="279" r:id="R3b3d88c0113640dc"/>
    <p:sldId xmlns:r="http://schemas.openxmlformats.org/officeDocument/2006/relationships" id="280" r:id="R77f5dbb9bfef47dc"/>
    <p:sldId xmlns:r="http://schemas.openxmlformats.org/officeDocument/2006/relationships" id="281" r:id="Rad9ebd62ba194235"/>
  </p:sldIdLst>
  <p:sldSz cx="9144000" cy="5143500"/>
  <p:notesSz cx="6858000" cy="9144000"/>
  <p:embeddedFontLst>
    <p:embeddedFont>
      <p:font typeface="Manrope"/>
      <p:regular xmlns:r="http://schemas.openxmlformats.org/officeDocument/2006/relationships" r:id="Ree3bce6acb0c41a7"/>
      <p:bold xmlns:r="http://schemas.openxmlformats.org/officeDocument/2006/relationships" r:id="R9a9cda39e4a04074"/>
    </p:embeddedFont>
    <p:embeddedFont>
      <p:font typeface="Montserrat"/>
      <p:regular xmlns:r="http://schemas.openxmlformats.org/officeDocument/2006/relationships" r:id="R3310854b3b2c4c16"/>
      <p:bold xmlns:r="http://schemas.openxmlformats.org/officeDocument/2006/relationships" r:id="Rb4ced393a6964071"/>
      <p:italic xmlns:r="http://schemas.openxmlformats.org/officeDocument/2006/relationships" r:id="R785bcc6076524e89"/>
      <p:boldItalic xmlns:r="http://schemas.openxmlformats.org/officeDocument/2006/relationships" r:id="Rb9faecaa319843dd"/>
    </p:embeddedFont>
    <p:embeddedFont>
      <p:font typeface="Montserrat SemiBold"/>
      <p:regular xmlns:r="http://schemas.openxmlformats.org/officeDocument/2006/relationships" r:id="R9e83987da29a4c1d"/>
      <p:bold xmlns:r="http://schemas.openxmlformats.org/officeDocument/2006/relationships" r:id="R2b1a4e9607ca4b77"/>
      <p:italic xmlns:r="http://schemas.openxmlformats.org/officeDocument/2006/relationships" r:id="R03d3fcdfc9f1498b"/>
      <p:boldItalic xmlns:r="http://schemas.openxmlformats.org/officeDocument/2006/relationships" r:id="R8d706fdefe834d49"/>
    </p:embeddedFont>
    <p:embeddedFont>
      <p:font typeface="Play"/>
      <p:regular xmlns:r="http://schemas.openxmlformats.org/officeDocument/2006/relationships" r:id="R626cea2916634f5c"/>
      <p:bold xmlns:r="http://schemas.openxmlformats.org/officeDocument/2006/relationships" r:id="Rb5802eec7b094da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88c0beba62f47fd" /><Relationship Type="http://schemas.openxmlformats.org/officeDocument/2006/relationships/slideMaster" Target="/ppt/slideMasters/slideMaster1.xml" Id="Rd4a18bc62bb74eaf" /><Relationship Type="http://schemas.openxmlformats.org/officeDocument/2006/relationships/slideMaster" Target="/ppt/slideMasters/slideMaster2.xml" Id="R55a38b14f4474104" /><Relationship Type="http://schemas.openxmlformats.org/officeDocument/2006/relationships/notesMaster" Target="/ppt/notesMasters/notesMaster1.xml" Id="Rdf553aff22c84dd9" /><Relationship Type="http://schemas.openxmlformats.org/officeDocument/2006/relationships/presProps" Target="/ppt/presProps.xml" Id="R416097710f3449af" /><Relationship Type="http://schemas.openxmlformats.org/officeDocument/2006/relationships/viewProps" Target="/ppt/viewProps.xml" Id="Rd9d0acd2d1e64596" /><Relationship Type="http://schemas.openxmlformats.org/officeDocument/2006/relationships/tableStyles" Target="/ppt/tableStyles.xml" Id="Rdcda683236b54855" /><Relationship Type="http://schemas.openxmlformats.org/officeDocument/2006/relationships/font" Target="/ppt/fonts/font.dat" Id="Ree3bce6acb0c41a7" /><Relationship Type="http://schemas.openxmlformats.org/officeDocument/2006/relationships/font" Target="/ppt/fonts/font2.dat" Id="R9a9cda39e4a04074" /><Relationship Type="http://schemas.openxmlformats.org/officeDocument/2006/relationships/font" Target="/ppt/fonts/font3.dat" Id="R3310854b3b2c4c16" /><Relationship Type="http://schemas.openxmlformats.org/officeDocument/2006/relationships/font" Target="/ppt/fonts/font4.dat" Id="Rb4ced393a6964071" /><Relationship Type="http://schemas.openxmlformats.org/officeDocument/2006/relationships/font" Target="/ppt/fonts/font5.dat" Id="R785bcc6076524e89" /><Relationship Type="http://schemas.openxmlformats.org/officeDocument/2006/relationships/font" Target="/ppt/fonts/font6.dat" Id="Rb9faecaa319843dd" /><Relationship Type="http://schemas.openxmlformats.org/officeDocument/2006/relationships/font" Target="/ppt/fonts/font7.dat" Id="R9e83987da29a4c1d" /><Relationship Type="http://schemas.openxmlformats.org/officeDocument/2006/relationships/font" Target="/ppt/fonts/font8.dat" Id="R2b1a4e9607ca4b77" /><Relationship Type="http://schemas.openxmlformats.org/officeDocument/2006/relationships/font" Target="/ppt/fonts/font9.dat" Id="R03d3fcdfc9f1498b" /><Relationship Type="http://schemas.openxmlformats.org/officeDocument/2006/relationships/font" Target="/ppt/fonts/font10.dat" Id="R8d706fdefe834d49" /><Relationship Type="http://schemas.openxmlformats.org/officeDocument/2006/relationships/font" Target="/ppt/fonts/font11.dat" Id="R626cea2916634f5c" /><Relationship Type="http://schemas.openxmlformats.org/officeDocument/2006/relationships/font" Target="/ppt/fonts/font12.dat" Id="Rb5802eec7b094dac" /><Relationship Type="http://schemas.openxmlformats.org/officeDocument/2006/relationships/slide" Target="/ppt/slides/slide1.xml" Id="Rc7635d9411d043db" /><Relationship Type="http://schemas.openxmlformats.org/officeDocument/2006/relationships/slide" Target="/ppt/slides/slide2.xml" Id="R1c716da53bca482a" /><Relationship Type="http://schemas.openxmlformats.org/officeDocument/2006/relationships/slide" Target="/ppt/slides/slide3.xml" Id="R006769b16d264247" /><Relationship Type="http://schemas.openxmlformats.org/officeDocument/2006/relationships/slide" Target="/ppt/slides/slide4.xml" Id="R7bec03076b2b4f6b" /><Relationship Type="http://schemas.openxmlformats.org/officeDocument/2006/relationships/slide" Target="/ppt/slides/slide5.xml" Id="R41ecbf5217f54dae" /><Relationship Type="http://schemas.openxmlformats.org/officeDocument/2006/relationships/slide" Target="/ppt/slides/slide6.xml" Id="Rd6ce7ce3e54f457e" /><Relationship Type="http://schemas.openxmlformats.org/officeDocument/2006/relationships/slide" Target="/ppt/slides/slide7.xml" Id="R0a41d9ba69594ba7" /><Relationship Type="http://schemas.openxmlformats.org/officeDocument/2006/relationships/slide" Target="/ppt/slides/slide8.xml" Id="R319408d796ff4710" /><Relationship Type="http://schemas.openxmlformats.org/officeDocument/2006/relationships/slide" Target="/ppt/slides/slide9.xml" Id="Ra80f87b211be42b1" /><Relationship Type="http://schemas.openxmlformats.org/officeDocument/2006/relationships/slide" Target="/ppt/slides/slide10.xml" Id="R97e085ff19c44ac2" /><Relationship Type="http://schemas.openxmlformats.org/officeDocument/2006/relationships/slide" Target="/ppt/slides/slide11.xml" Id="R90a56869bd0c40a3" /><Relationship Type="http://schemas.openxmlformats.org/officeDocument/2006/relationships/slide" Target="/ppt/slides/slide12.xml" Id="R8cc638e7458442fb" /><Relationship Type="http://schemas.openxmlformats.org/officeDocument/2006/relationships/slide" Target="/ppt/slides/slide13.xml" Id="Raa7775d9e0f74c88" /><Relationship Type="http://schemas.openxmlformats.org/officeDocument/2006/relationships/slide" Target="/ppt/slides/slide14.xml" Id="Rd4aae36ac0fb4875" /><Relationship Type="http://schemas.openxmlformats.org/officeDocument/2006/relationships/slide" Target="/ppt/slides/slide15.xml" Id="R4c9bc2c32fcd4711" /><Relationship Type="http://schemas.openxmlformats.org/officeDocument/2006/relationships/slide" Target="/ppt/slides/slide16.xml" Id="R355979d2f9c0460c" /><Relationship Type="http://schemas.openxmlformats.org/officeDocument/2006/relationships/slide" Target="/ppt/slides/slide17.xml" Id="R39d61bd5292a41ce" /><Relationship Type="http://schemas.openxmlformats.org/officeDocument/2006/relationships/slide" Target="/ppt/slides/slide18.xml" Id="R530830d31f964f96" /><Relationship Type="http://schemas.openxmlformats.org/officeDocument/2006/relationships/slide" Target="/ppt/slides/slide19.xml" Id="R7d282887f8cb47fe" /><Relationship Type="http://schemas.openxmlformats.org/officeDocument/2006/relationships/slide" Target="/ppt/slides/slide20.xml" Id="Rd1bdbc7d0fd140aa" /><Relationship Type="http://schemas.openxmlformats.org/officeDocument/2006/relationships/slide" Target="/ppt/slides/slide21.xml" Id="R60b8df788c034a13" /><Relationship Type="http://schemas.openxmlformats.org/officeDocument/2006/relationships/slide" Target="/ppt/slides/slide22.xml" Id="Ra1db48cdb14c4719" /><Relationship Type="http://schemas.openxmlformats.org/officeDocument/2006/relationships/slide" Target="/ppt/slides/slide23.xml" Id="R48be11b02ec747cf" /><Relationship Type="http://schemas.openxmlformats.org/officeDocument/2006/relationships/slide" Target="/ppt/slides/slide24.xml" Id="R3b3d88c0113640dc" /><Relationship Type="http://schemas.openxmlformats.org/officeDocument/2006/relationships/slide" Target="/ppt/slides/slide25.xml" Id="R77f5dbb9bfef47dc" /><Relationship Type="http://schemas.openxmlformats.org/officeDocument/2006/relationships/slide" Target="/ppt/slides/slide26.xml" Id="Rad9ebd62ba1942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ca7dc7481f640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aba8ca5b64dce" /><Relationship Type="http://schemas.openxmlformats.org/officeDocument/2006/relationships/notesMaster" Target="/ppt/notesMasters/notesMaster1.xml" Id="Rf9fb13d5559745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df0b8e2d944a82" /><Relationship Type="http://schemas.openxmlformats.org/officeDocument/2006/relationships/notesMaster" Target="/ppt/notesMasters/notesMaster1.xml" Id="R32fcb1a2cdc240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89d012c7764bd2" /><Relationship Type="http://schemas.openxmlformats.org/officeDocument/2006/relationships/notesMaster" Target="/ppt/notesMasters/notesMaster1.xml" Id="Rabb6220c6da34a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364019270b4831" /><Relationship Type="http://schemas.openxmlformats.org/officeDocument/2006/relationships/notesMaster" Target="/ppt/notesMasters/notesMaster1.xml" Id="R212b7026392b43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51f2d6db034b9f" /><Relationship Type="http://schemas.openxmlformats.org/officeDocument/2006/relationships/notesMaster" Target="/ppt/notesMasters/notesMaster1.xml" Id="R2a39afee4ab14b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8f654b766c4de8" /><Relationship Type="http://schemas.openxmlformats.org/officeDocument/2006/relationships/notesMaster" Target="/ppt/notesMasters/notesMaster1.xml" Id="Rd6699a454b494c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52b7b8112d4cf6" /><Relationship Type="http://schemas.openxmlformats.org/officeDocument/2006/relationships/notesMaster" Target="/ppt/notesMasters/notesMaster1.xml" Id="R21b5e75536dc45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7877e345864a1d" /><Relationship Type="http://schemas.openxmlformats.org/officeDocument/2006/relationships/notesMaster" Target="/ppt/notesMasters/notesMaster1.xml" Id="R984db78648ac4c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830e6a739f4928" /><Relationship Type="http://schemas.openxmlformats.org/officeDocument/2006/relationships/notesMaster" Target="/ppt/notesMasters/notesMaster1.xml" Id="R11b328d83d0d4b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dd9a66438a405b" /><Relationship Type="http://schemas.openxmlformats.org/officeDocument/2006/relationships/notesMaster" Target="/ppt/notesMasters/notesMaster1.xml" Id="R0a5ff412969e4a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f2d61ac64e44ec" /><Relationship Type="http://schemas.openxmlformats.org/officeDocument/2006/relationships/notesMaster" Target="/ppt/notesMasters/notesMaster1.xml" Id="R85bf62e2a4a04b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53006e05744c0a" /><Relationship Type="http://schemas.openxmlformats.org/officeDocument/2006/relationships/notesMaster" Target="/ppt/notesMasters/notesMaster1.xml" Id="R0d786b8507d543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d1abd26a834b6e" /><Relationship Type="http://schemas.openxmlformats.org/officeDocument/2006/relationships/notesMaster" Target="/ppt/notesMasters/notesMaster1.xml" Id="Rd60d5f7c1fce41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e84eafadd846f1" /><Relationship Type="http://schemas.openxmlformats.org/officeDocument/2006/relationships/notesMaster" Target="/ppt/notesMasters/notesMaster1.xml" Id="Ra8a6a57c85a947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5d79b9b6c24b5d" /><Relationship Type="http://schemas.openxmlformats.org/officeDocument/2006/relationships/notesMaster" Target="/ppt/notesMasters/notesMaster1.xml" Id="Rc59b9db204144b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2d55ba43f44c36" /><Relationship Type="http://schemas.openxmlformats.org/officeDocument/2006/relationships/notesMaster" Target="/ppt/notesMasters/notesMaster1.xml" Id="R61a478c5a65346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d4b93131054005" /><Relationship Type="http://schemas.openxmlformats.org/officeDocument/2006/relationships/notesMaster" Target="/ppt/notesMasters/notesMaster1.xml" Id="R15178234c1cc41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bd90ce41d846c9" /><Relationship Type="http://schemas.openxmlformats.org/officeDocument/2006/relationships/notesMaster" Target="/ppt/notesMasters/notesMaster1.xml" Id="R6d8c2998962249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cc998128d64c37" /><Relationship Type="http://schemas.openxmlformats.org/officeDocument/2006/relationships/notesMaster" Target="/ppt/notesMasters/notesMaster1.xml" Id="R956be2c4bf7640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7372d2083b46ce" /><Relationship Type="http://schemas.openxmlformats.org/officeDocument/2006/relationships/notesMaster" Target="/ppt/notesMasters/notesMaster1.xml" Id="Rd820361d7ded42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4088f94a296424f" /><Relationship Type="http://schemas.openxmlformats.org/officeDocument/2006/relationships/notesMaster" Target="/ppt/notesMasters/notesMaster1.xml" Id="Re45205611dc544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3d1d3fd0a648b6" /><Relationship Type="http://schemas.openxmlformats.org/officeDocument/2006/relationships/notesMaster" Target="/ppt/notesMasters/notesMaster1.xml" Id="R8a1b39e0b68144e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79dca78d1b4071" /><Relationship Type="http://schemas.openxmlformats.org/officeDocument/2006/relationships/notesMaster" Target="/ppt/notesMasters/notesMaster1.xml" Id="R15cb5edff98249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af2758546b64d8a" /><Relationship Type="http://schemas.openxmlformats.org/officeDocument/2006/relationships/notesMaster" Target="/ppt/notesMasters/notesMaster1.xml" Id="R91ea92b495b44b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088ebf6e5f64d6d" /><Relationship Type="http://schemas.openxmlformats.org/officeDocument/2006/relationships/notesMaster" Target="/ppt/notesMasters/notesMaster1.xml" Id="R778b032118ea460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3336a9b097446c" /><Relationship Type="http://schemas.openxmlformats.org/officeDocument/2006/relationships/notesMaster" Target="/ppt/notesMasters/notesMaster1.xml" Id="Rb3e6ed29017845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90 минут, шесть этапов. Большую часть времени семинарист показывает работающий OpenCode. Слайды ведут по действиям и контрольным точкам. Команды этой версии относятся к OpenCode 2.0.20. Выбираем две маленькие фичи своего проекта. Подготовленный учебный FastAPI-каркас — запасной пример для ведущего, не репозиторий студента.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До старта: OpenCode установлен, доступ к модели работает, есть свой проект и команда проверки. Использовать существующий бюджет курса. Не тратить начало практики на установку всех доступных инструментов. Основной тайминг сохранён: 5+20+15+15+25+10 минут; бонус необязателен.</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 минут. Выбрать две небольшие фичи из собственного проекта и критерии приёмки. При отсутствии приложения взять резервный учебный каркас ведущего. Пример A: входная валидация; B: ограничение ожидания зависимости. Конкретные коды ошибок и лимиты задаются требованиями проекта, а не копируются из чужой работы.</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a:p xmlns:a="http://schemas.openxmlformats.org/drawingml/2006/main">
            <a:pPr marL="0" lvl="0" indent="0" algn="l">
              <a:spcBef>
                <a:spcPts val="0"/>
              </a:spcBef>
              <a:spcAft>
                <a:spcPts val="0"/>
              </a:spcAft>
              <a:buNone/>
            </a:pPr>
            <a:r>
              <a:t>https://handy.computer/</a:t>
            </a:r>
            <a:endParaRPr/>
          </a:p>
          <a:p xmlns:a="http://schemas.openxmlformats.org/drawingml/2006/main">
            <a:pPr marL="0" lvl="0" indent="0" algn="l">
              <a:spcBef>
                <a:spcPts val="0"/>
              </a:spcBef>
              <a:spcAft>
                <a:spcPts val="0"/>
              </a:spcAft>
              <a:buNone/>
            </a:pPr>
            <a:r>
              <a:t>opencode-walkthrough.md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Общий бюджет этапа 2: 20 минут, интервал 5–25 от начала занятия. Время включает объяснение, действия и проверку. На экране не лекционная теория, а ближайшая задача и результат. В конце этапа преподаватель просит показать указанное подтверждение. Если блокер не устраняется в пределах этапа, фиксируем его и используем запасной вариант из соседнего слайда.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Примерные пути на экране заменяем настоящими путями своего проекта. В резервном каркасе требования находятся в docs/INSTRUCTOR_TASKS.md. Изменяем короткий AGENTS.md, сохраняя существующие правила. OpenCode 2.0.20 читает AGENTS.md; поле instructions принимается для совместимости, но его содержимое не загружается. Поэтому style guide явно указан в AGENTS.md и поручении.</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https://opencode.ai/docs/rules/</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Не больше пяти минут на поиск. Затем семинарист предлагает подходящий готовый пример. Каталог — навигатор, не гарантия качества пакета. TDD с обязательным writing-good-tests.md реально использован в репетиции. webapp-testing показан как документированный пример, не был запущен в этом FastAPI-сценарии. Для UI отдельно нужны Playwright/браузер и запускаемое приложение. Содержимое skill читаем перед установкой, существующий код студента не удаляем ради общих инструкций TDD.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https://opencode.ai/docs/skills/</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https://skills.sh/</a:t>
            </a:r>
            <a:endParaRPr/>
          </a:p>
          <a:p xmlns:a="http://schemas.openxmlformats.org/drawingml/2006/main">
            <a:pPr marL="0" lvl="0" indent="0" algn="l">
              <a:spcBef>
                <a:spcPts val="0"/>
              </a:spcBef>
              <a:spcAft>
                <a:spcPts val="0"/>
              </a:spcAft>
              <a:buNone/>
            </a:pPr>
            <a:r>
              <a:t>https://github.com/anthropics/skills</a:t>
            </a:r>
            <a:endParaRPr/>
          </a:p>
          <a:p xmlns:a="http://schemas.openxmlformats.org/drawingml/2006/main">
            <a:pPr marL="0" lvl="0" indent="0" algn="l">
              <a:spcBef>
                <a:spcPts val="0"/>
              </a:spcBef>
              <a:spcAft>
                <a:spcPts val="0"/>
              </a:spcAft>
              <a:buNone/>
            </a:pPr>
            <a:r>
              <a:t>https://github.com/obra/superpowers/tree/main/skills/test-driven-development</a:t>
            </a:r>
            <a:endParaRPr/>
          </a:p>
          <a:p xmlns:a="http://schemas.openxmlformats.org/drawingml/2006/main">
            <a:pPr marL="0" lvl="0" indent="0" algn="l">
              <a:spcBef>
                <a:spcPts val="0"/>
              </a:spcBef>
              <a:spcAft>
                <a:spcPts val="0"/>
              </a:spcAft>
              <a:buNone/>
            </a:pPr>
            <a:r>
              <a:t>https://github.com/anthropics/skills/tree/main/skills/webapp-testing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Пути .opencode/skills/&lt;id&gt;/SKILL.md поддерживаются в 2.0.20. Сохраняем весь нужный пакет. API skill.list показывает обнаруженные skills. Запрос выполняем к текущему серверу с явной location[directory]; отдельный --standalone создаёт холодный сервер и в этой версии может вернуть пустой список до активации плагинов. Сначала откройте проект в OpenCode, затем выполните проверку во втором терминале; при раннем пустом ответе повторите после загрузки. Главная проверка остаётся фактическое применение skill и чтение reference. API-вызов и применение моделью — разные свидетельства. Старое debug skill из 1.x в этой версии удалено.</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https://opencode.ai/docs/skills/</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https://github.com/anomalyco/opencode/blob/v2.0.20/services/www/src/docs/content/skills.mdx</a:t>
            </a:r>
            <a:endParaRPr/>
          </a:p>
          <a:p xmlns:a="http://schemas.openxmlformats.org/drawingml/2006/main">
            <a:pPr marL="0" lvl="0" indent="0" algn="l">
              <a:spcBef>
                <a:spcPts val="0"/>
              </a:spcBef>
              <a:spcAft>
                <a:spcPts val="0"/>
              </a:spcAft>
              <a:buNone/>
            </a:pPr>
            <a:r>
              <a:t>https://raw.githubusercontent.com/obra/superpowers/b9e75dddec7a384f42ce08532ec17bb1ef5d9459/skills/test-driven-development/SKILL.md</a:t>
            </a:r>
            <a:endParaRPr/>
          </a:p>
          <a:p xmlns:a="http://schemas.openxmlformats.org/drawingml/2006/main">
            <a:pPr marL="0" lvl="0" indent="0" algn="l">
              <a:spcBef>
                <a:spcPts val="0"/>
              </a:spcBef>
              <a:spcAft>
                <a:spcPts val="0"/>
              </a:spcAft>
              <a:buNone/>
            </a:pPr>
            <a:r>
              <a:t>https://raw.githubusercontent.com/obra/superpowers/b9e75dddec7a384f42ce08532ec17bb1ef5d9459/skills/test-driven-development/writing-good-tests.md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Context7 особенно полезен при работе с библиотеками, но не нужен буквально каждой задаче. В нашем прогоне он действительно вернул документацию FastAPI/Pydantic. Playwright/GitHub — документированные альтернативы, в этом прогоне не подключались. Права, зависимости и способ авторизации берём у автора сервера. Каталог не является проверкой безопасности всех записей.</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https://opencode.ai/docs/mcp-servers/</a:t>
            </a:r>
          </a:p>
          <a:p xmlns:a="http://schemas.openxmlformats.org/drawingml/2006/main">
            <a:pPr marL="0" lvl="0" indent="0" algn="l">
              <a:spcBef>
                <a:spcPts val="0"/>
              </a:spcBef>
              <a:spcAft>
                <a:spcPts val="0"/>
              </a:spcAft>
              <a:buNone/>
            </a:pPr>
            <a:r>
              <a:t>https://modelcontextprotocol.io/docs/tools/inspector</a:t>
            </a:r>
            <a:endParaRP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https://registry.modelcontextprotocol.io/</a:t>
            </a:r>
            <a:endParaRPr/>
          </a:p>
          <a:p xmlns:a="http://schemas.openxmlformats.org/drawingml/2006/main">
            <a:pPr marL="0" lvl="0" indent="0" algn="l">
              <a:spcBef>
                <a:spcPts val="0"/>
              </a:spcBef>
              <a:spcAft>
                <a:spcPts val="0"/>
              </a:spcAft>
              <a:buNone/>
            </a:pPr>
            <a:r>
              <a:t>https://github.com/upstash/context7</a:t>
            </a:r>
            <a:endParaRPr/>
          </a:p>
          <a:p xmlns:a="http://schemas.openxmlformats.org/drawingml/2006/main">
            <a:pPr marL="0" lvl="0" indent="0" algn="l">
              <a:spcBef>
                <a:spcPts val="0"/>
              </a:spcBef>
              <a:spcAft>
                <a:spcPts val="0"/>
              </a:spcAft>
              <a:buNone/>
            </a:pPr>
            <a:r>
              <a:t>https://github.com/microsoft/playwright-mcp</a:t>
            </a:r>
            <a:endParaRPr/>
          </a:p>
          <a:p xmlns:a="http://schemas.openxmlformats.org/drawingml/2006/main">
            <a:pPr marL="0" lvl="0" indent="0" algn="l">
              <a:spcBef>
                <a:spcPts val="0"/>
              </a:spcBef>
              <a:spcAft>
                <a:spcPts val="0"/>
              </a:spcAft>
              <a:buNone/>
            </a:pPr>
            <a:r>
              <a:t>https://github.com/github/github-mcp-server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Нативный формат 2.0.20 использует mcp.servers и disabled. Старый формат 1.x автоматически мигрируется, но на экране теперь показан текущий. mcp list проверяет подключение, не доказывает применение. В чате просим найти документацию для установленной версии библиотеки. Учебная репетиция 1.x ранее действительно выполняла resolve-library-id/query-docs; повторную модельную работу на 2.0.20 нельзя приписывать одной проверке конфигурации. При ошибке назвать слой сбоя; не подменять самостоятельный вызов показом преподавателя. Для учебного показа у context7 выставлен codemode:false: используем прямые видимые tools. Иначе MCP по умолчанию попадает в codemode, а ограниченный профиль может запрещать execute и скрывать этот путь, несмотря на connected.</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https://opencode.ai/docs/mcp-servers/</a:t>
            </a:r>
          </a:p>
          <a:p xmlns:a="http://schemas.openxmlformats.org/drawingml/2006/main">
            <a:pPr marL="0" lvl="0" indent="0" algn="l">
              <a:spcBef>
                <a:spcPts val="0"/>
              </a:spcBef>
              <a:spcAft>
                <a:spcPts val="0"/>
              </a:spcAft>
              <a:buNone/>
            </a:pPr>
            <a:r>
              <a:t>https://modelcontextprotocol.io/docs/tools/inspector</a:t>
            </a:r>
            <a:endParaRP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https://github.com/anomalyco/opencode/blob/v2.0.20/services/www/src/docs/content/mcp-servers.mdx</a:t>
            </a:r>
            <a:endParaRPr/>
          </a:p>
          <a:p xmlns:a="http://schemas.openxmlformats.org/drawingml/2006/main">
            <a:pPr marL="0" lvl="0" indent="0" algn="l">
              <a:spcBef>
                <a:spcPts val="0"/>
              </a:spcBef>
              <a:spcAft>
                <a:spcPts val="0"/>
              </a:spcAft>
              <a:buNone/>
            </a:pPr>
            <a:r>
              <a:t>https://github.com/upstash/context7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15 минут вместе со следующим слайдом. Для демо A — валидация diff. Размер больше 20000 должен давать 413, поэтому max_length в Pydantic, который возвращает 422, недостаточен. Контекст задаёт критерий, MCP даёт справку, а тест подтверждает поведение. Если A слишком велика — сузить до одного наблюдаемого изменения.</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После просмотра status перечислить нужные файлы. Не делать git add . вслепую. Для демо это app/api.py и tests/test_review_validation.py. Не считать зелёный тест подтверждением всего продукта. Показать один граничный сценарий и что неправильный запрос не дошёл до fake LLM.</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https://git-scm.com/docs/githooks</a:t>
            </a:r>
          </a:p>
          <a:p xmlns:a="http://schemas.openxmlformats.org/drawingml/2006/main">
            <a:pPr marL="0" lvl="0" indent="0" algn="l">
              <a:spcBef>
                <a:spcPts val="0"/>
              </a:spcBef>
              <a:spcAft>
                <a:spcPts val="0"/>
              </a:spcAft>
              <a:buNone/>
            </a:pPr>
            <a:r>
              <a:t>https://opencode.ai/docs/commands/</a:t>
            </a:r>
            <a:endParaRPr/>
          </a:p>
          <a:p xmlns:a="http://schemas.openxmlformats.org/drawingml/2006/main">
            <a:pPr marL="0" lvl="0" indent="0" algn="l">
              <a:spcBef>
                <a:spcPts val="0"/>
              </a:spcBef>
              <a:spcAft>
                <a:spcPts val="0"/>
              </a:spcAft>
              <a:buNone/>
            </a:pPr>
            <a:r>
              <a:t>https://opencode.ai/docs/agents/</a:t>
            </a:r>
            <a:endParaRPr/>
          </a:p>
          <a:p xmlns:a="http://schemas.openxmlformats.org/drawingml/2006/main">
            <a:pPr marL="0" lvl="0" indent="0" algn="l">
              <a:spcBef>
                <a:spcPts val="0"/>
              </a:spcBef>
              <a:spcAft>
                <a:spcPts val="0"/>
              </a:spcAft>
              <a:buNone/>
            </a:pPr>
            <a:r>
              <a:t>https://opencode.ai/docs/permissions/</a:t>
            </a:r>
            <a:endParaRPr/>
          </a:p>
          <a:p xmlns:a="http://schemas.openxmlformats.org/drawingml/2006/main">
            <a:pPr marL="0" lvl="0" indent="0" algn="l">
              <a:spcBef>
                <a:spcPts val="0"/>
              </a:spcBef>
              <a:spcAft>
                <a:spcPts val="0"/>
              </a:spcAft>
              <a:buNone/>
            </a:pPr>
            <a:r>
              <a:t>https://opencode.ai/docs/models/</a:t>
            </a:r>
            <a:endParaRPr/>
          </a:p>
          <a:p xmlns:a="http://schemas.openxmlformats.org/drawingml/2006/main">
            <a:pPr marL="0" lvl="0" indent="0" algn="l">
              <a:spcBef>
                <a:spcPts val="0"/>
              </a:spcBef>
              <a:spcAft>
                <a:spcPts val="0"/>
              </a:spcAft>
              <a:buNone/>
            </a:pPr>
            <a:r>
              <a:t>https://opencode.ai/docs/tui/</a:t>
            </a:r>
            <a:endParaRP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Общий бюджет этапа 4: 15 минут, интервал 40–55 от начала занятия. Время включает объяснение, действия и проверку. На экране не лекционная теория, а ближайшая задача и результат. В конце этапа преподаватель просит показать указанное подтверждение. Если блокер не устраняется в пределах этапа, фиксируем его и используем запасной вариант из соседнего слайда.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В OpenCode 2.0.20 config.instructions сохраняется для совместимости, но ещё не применяется. Поэтому устойчивые инструкции держим в AGENTS.md, а style guide явно упоминаем в нём и поручении. Важно увидеть чтение и применение, а не наличие пути в JSON.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https://opencode.ai/docs/rules/</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https://github.com/anomalyco/opencode/blob/v2.0.20/services/www/src/docs/content/migrate-v1.mdx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Новый plugin API: default export с id и setup(ctx), регистрация через ctx.tool.hook. Для завершённого write/edit/patch выполняется check.sh. Вывод добавляется к результату tool, событие и exit code записываются локально без содержимого исходников. Hook не вызывает OpenCode повторно и не изменяет код. Сначала проверяем runner вручную. Затем агент делает согласованное тестовое изменение, преподаватель показывает фактический вызов callback и результат. Plugin list с ID «-» означает обнаруженный файл, но не успешную загрузку. Нужны настоящий ID и событие выполнения.</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https://opencode.ai/docs/plugins/</a:t>
            </a:r>
          </a:p>
          <a:p xmlns:a="http://schemas.openxmlformats.org/drawingml/2006/main">
            <a:pPr marL="0" lvl="0" indent="0" algn="l">
              <a:spcBef>
                <a:spcPts val="0"/>
              </a:spcBef>
              <a:spcAft>
                <a:spcPts val="0"/>
              </a:spcAft>
              <a:buNone/>
            </a:pPr>
            <a:r>
              <a:t>https://opencode.ai/docs/commands/</a:t>
            </a:r>
            <a:endParaRPr/>
          </a:p>
          <a:p xmlns:a="http://schemas.openxmlformats.org/drawingml/2006/main">
            <a:pPr marL="0" lvl="0" indent="0" algn="l">
              <a:spcBef>
                <a:spcPts val="0"/>
              </a:spcBef>
              <a:spcAft>
                <a:spcPts val="0"/>
              </a:spcAft>
              <a:buNone/>
            </a:pPr>
            <a:r>
              <a:t>https://git-scm.com/docs/githooks</a:t>
            </a:r>
            <a:endParaRP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https://opencode.ai/docs/agents/</a:t>
            </a:r>
            <a:endParaRPr/>
          </a:p>
          <a:p xmlns:a="http://schemas.openxmlformats.org/drawingml/2006/main">
            <a:pPr marL="0" lvl="0" indent="0" algn="l">
              <a:spcBef>
                <a:spcPts val="0"/>
              </a:spcBef>
              <a:spcAft>
                <a:spcPts val="0"/>
              </a:spcAft>
              <a:buNone/>
            </a:pPr>
            <a:r>
              <a:t>https://opencode.ai/docs/permissions/</a:t>
            </a:r>
            <a:endParaRPr/>
          </a:p>
          <a:p xmlns:a="http://schemas.openxmlformats.org/drawingml/2006/main">
            <a:pPr marL="0" lvl="0" indent="0" algn="l">
              <a:spcBef>
                <a:spcPts val="0"/>
              </a:spcBef>
              <a:spcAft>
                <a:spcPts val="0"/>
              </a:spcAft>
              <a:buNone/>
            </a:pPr>
            <a:r>
              <a:t>https://opencode.ai/docs/models/</a:t>
            </a:r>
            <a:endParaRPr/>
          </a:p>
          <a:p xmlns:a="http://schemas.openxmlformats.org/drawingml/2006/main">
            <a:pPr marL="0" lvl="0" indent="0" algn="l">
              <a:spcBef>
                <a:spcPts val="0"/>
              </a:spcBef>
              <a:spcAft>
                <a:spcPts val="0"/>
              </a:spcAft>
              <a:buNone/>
            </a:pPr>
            <a:r>
              <a:t>rehearsal/examples/hook.md</a:t>
            </a:r>
            <a:endParaRPr/>
          </a:p>
          <a:p xmlns:a="http://schemas.openxmlformats.org/drawingml/2006/main">
            <a:pPr marL="0" lvl="0" indent="0" algn="l">
              <a:spcBef>
                <a:spcPts val="0"/>
              </a:spcBef>
              <a:spcAft>
                <a:spcPts val="0"/>
              </a:spcAft>
              <a:buNone/>
            </a:pPr>
            <a:r>
              <a:t>https://github.com/anomalyco/opencode/blob/v2.0.20/services/www/src/docs/content/build/plugins/migrate-v1.mdx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Бонус остаётся между A и B, не меняет оценку. Семинарист коротко показывает структуру профиля. Не всем нужно успеть создать своего агента: для основного review B можно использовать готового @explore. В демонстрации выбран tester для функциональности AI-review API, чтобы не смешать продукт-ревьюер студента и помощника для его проверки.</a:t>
            </a:r>
          </a:p>
          <a:p xmlns:a="http://schemas.openxmlformats.org/drawingml/2006/main">
            <a:r>
              <a:t/>
            </a:r>
          </a:p>
          <a:p xmlns:a="http://schemas.openxmlformats.org/drawingml/2006/main">
            <a:r>
              <a:t>Источники:</a:t>
            </a:r>
          </a:p>
          <a:p xmlns:a="http://schemas.openxmlformats.org/drawingml/2006/main">
            <a:r>
              <a:t>OpenCode: создание и вызов агентов: https://opencode.ai/docs/agents/#create-agents</a:t>
            </a:r>
          </a:p>
          <a:p xmlns:a="http://schemas.openxmlformats.org/drawingml/2006/main">
            <a:r>
              <a:t>OpenCode: permissions: https://opencode.ai/docs/permissions/</a:t>
            </a:r>
          </a:p>
          <a:p xmlns:a="http://schemas.openxmlformats.org/drawingml/2006/main">
            <a:r>
              <a:t>Методический референс pr-testing v3.0.0, прочитан SKILL.md: https://skillstore.yandex-team.ru/skills/pr-testing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Исправление для установленной версии 2.0.20. Команды agent create и agent list отсутствуют. Поддерживается .opencode/agents/tester.md, а список показывает debug agents. Профиль из ссылки использует поддерживаемый совместимый Markdown frontmatter; загрузку и преобразование permissions проверяем. После добавления файла выполняем reload. Из-за асинхронной загрузки при самом первом запросе список может быть пустым: дождаться и повторить в том же сервере. Роль tester и её права видны в выводе. Вызов в чате после B: @tester с конкретным контрактом и check runner. Текст «не меняй» дополняет permissions, но не заменяет технические ограничения.</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OpenCode: создание и вызов агентов: https://opencode.ai/docs/agents/#create-agents</a:t>
            </a:r>
          </a:p>
          <a:p xmlns:a="http://schemas.openxmlformats.org/drawingml/2006/main">
            <a:pPr marL="0" lvl="0" indent="0" algn="l">
              <a:spcBef>
                <a:spcPts val="0"/>
              </a:spcBef>
              <a:spcAft>
                <a:spcPts val="0"/>
              </a:spcAft>
              <a:buNone/>
            </a:pPr>
            <a:r>
              <a:t>OpenCode: permissions: https://opencode.ai/docs/permissions/</a:t>
            </a:r>
            <a:endParaRPr/>
          </a:p>
          <a:p xmlns:a="http://schemas.openxmlformats.org/drawingml/2006/main">
            <a:pPr marL="0" lvl="0" indent="0" algn="l">
              <a:spcBef>
                <a:spcPts val="0"/>
              </a:spcBef>
              <a:spcAft>
                <a:spcPts val="0"/>
              </a:spcAft>
              <a:buNone/>
            </a:pPr>
            <a:r>
              <a:t>rehearsal/examples/tester.md</a:t>
            </a:r>
            <a:endParaRPr/>
          </a:p>
          <a:p xmlns:a="http://schemas.openxmlformats.org/drawingml/2006/main">
            <a:pPr marL="0" lvl="0" indent="0" algn="l">
              <a:spcBef>
                <a:spcPts val="0"/>
              </a:spcBef>
              <a:spcAft>
                <a:spcPts val="0"/>
              </a:spcAft>
              <a:buNone/>
            </a:pPr>
            <a:r>
              <a:t>https://github.com/anomalyco/opencode/blob/v2.0.20/services/www/src/docs/content/agents.mdx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Общий бюджет этапа 5: 25 минут, интервал 55–80 от начала занятия. Время включает объяснение, действия и проверку. На экране не лекционная теория, а ближайшая задача и результат. В конце этапа преподаватель просит показать указанное подтверждение. Если блокер не устраняется в пределах этапа, фиксируем его и используем запасной вариант из соседнего слайда.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Показать путь и ветку до запуска агента. В исходном демо opencode.json был в .gitignore; исключение добавлено только для конфигурации без ключей. Проверить git ls-files opencode.json, если конфиг пропал. В Python создать новую .venv и установить requirements. Для другого стека выполнить привычную установку зависимостей. Полный демонстрационный маршрут есть в companion guide. Не добавлять в слайд универсальную команду установки для всех языков.</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https://git-scm.com/docs/git-worktree</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После реализации B основным агентом используем @explore для чтения diff и поиска проблем либо подготовленный @tester для запуска фиксированного runner. В OpenCode 2 инструмент делегирования называется subagent. Не путать вызов первичного агента через run --agent с дочерним поручением. Разрешение subagent и доступы дочерней роли проверяются отдельно. Факт наличия профиля не доказывает, что модель его вызвала. Отчёт сверяем с действиями и кодом.</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https://opencode.ai/docs/tui/</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https://opencode.ai/docs/agents/</a:t>
            </a:r>
            <a:endParaRPr/>
          </a:p>
          <a:p xmlns:a="http://schemas.openxmlformats.org/drawingml/2006/main">
            <a:pPr marL="0" lvl="0" indent="0" algn="l">
              <a:spcBef>
                <a:spcPts val="0"/>
              </a:spcBef>
              <a:spcAft>
                <a:spcPts val="0"/>
              </a:spcAft>
              <a:buNone/>
            </a:pPr>
            <a:r>
              <a:t>https://opencode.ai/docs/permissions/</a:t>
            </a:r>
            <a:endParaRPr/>
          </a:p>
          <a:p xmlns:a="http://schemas.openxmlformats.org/drawingml/2006/main">
            <a:pPr marL="0" lvl="0" indent="0" algn="l">
              <a:spcBef>
                <a:spcPts val="0"/>
              </a:spcBef>
              <a:spcAft>
                <a:spcPts val="0"/>
              </a:spcAft>
              <a:buNone/>
            </a:pPr>
            <a:r>
              <a:t>https://opencode.ai/docs/models/</a:t>
            </a:r>
            <a:endParaRPr/>
          </a:p>
          <a:p xmlns:a="http://schemas.openxmlformats.org/drawingml/2006/main">
            <a:pPr marL="0" lvl="0" indent="0" algn="l">
              <a:spcBef>
                <a:spcPts val="0"/>
              </a:spcBef>
              <a:spcAft>
                <a:spcPts val="0"/>
              </a:spcAft>
              <a:buNone/>
            </a:pPr>
            <a:r>
              <a:t>https://github.com/anomalyco/opencode/blob/v2.0.20/services/www/src/docs/content/agents.mdx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Общий бюджет этапа 6: 10 минут, интервал 80–90 от начала занятия. Время включает объяснение, действия и проверку. На экране не лекционная теория, а ближайшая задача и результат. В конце этапа преподаватель просит показать указанное подтверждение. Если блокер не устраняется в пределах этапа, фиксируем его и используем запасной вариант из соседнего слайда.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Не использовать git reset --hard для очистки неожиданной ситуации. Имена ветки и команды проверки согласованы с предыдущими слайдами. --ff-only выбран для простого линейного демонстрационного пути, пока в исходной ветке не было параллельных изменений. При конфликте можно передать интеграцию домой с точным статусом. Без зелёной итоговой проверки не объявлять обе фичи завершёнными.</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https://opencode.ai/docs/tui/</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Не нужен полный архив чата. При передаче контекста отдельно проверяем происхождение требований, каркаса и изменений A/B. Handoff уточняем и просим другую сессию его пересказать. Это подходящий пример человеческой приёмки текста. В конце этапа отметить, что студент сделал сам, что видел в общем показе и что продолжит дома.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https://opencode.ai/docs/tui/</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Можно продолжить учебный проект или автоматизировать другую задачу. Сделанное на семинаре засчитывается. Поиск/установка большого числа пакетов не является отдельной целью. Собственный MCP относится к ДЗ, подключение готового не заменяет этот пункт. Не прикладывать секреты или всю историю переписки. Проверяющему нужна понятная точка входа, не обязательный запуск всего проекта. Срок объявляет преподаватель.</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Шкала 10 баллов: 5+2+2+1.</a:t>
            </a:r>
          </a:p>
          <a:p xmlns:a="http://schemas.openxmlformats.org/drawingml/2006/main">
            <a:pPr marL="0" lvl="0" indent="0" algn="l">
              <a:spcBef>
                <a:spcPts val="0"/>
              </a:spcBef>
              <a:spcAft>
                <a:spcPts val="0"/>
              </a:spcAft>
              <a:buNone/>
            </a:pPr>
            <a:r>
              <a:t>По 1 б: AGENTS.md, skill, MCP, hook, обоснование подключений.</a:t>
            </a:r>
            <a:endParaRPr/>
          </a:p>
          <a:p xmlns:a="http://schemas.openxmlformats.org/drawingml/2006/main">
            <a:pPr marL="0" lvl="0" indent="0" algn="l">
              <a:spcBef>
                <a:spcPts val="0"/>
              </a:spcBef>
              <a:spcAft>
                <a:spcPts val="0"/>
              </a:spcAft>
              <a:buNone/>
            </a:pPr>
            <a:r>
              <a:t>Каждый однобалльный пункт: 1 при наблюдаемом подтверждении, 0 без него. Для работы со skill: 1 за содержательное устройство своего пакета либо понимание готового, 1 за реальный запуск и проверенный результат. Для собственного MCP: 1 за реализацию полезного tool и запуск, 1 за реальное использование, включая успех и обработку ошибочного входа. Рефлексия — конкретные собственные наблюдения без минимального объёма и требования положительной оценки ИИ. Новая фича продукта не обязательна как отдельный пункт ДЗ. Общий показ преподавателя нельзя выдавать за самостоятельное подключение. Нет требования платной покупки, деплоя, установки большого числа инструментов или написания длинного отчёта.</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Указание на дальнейшее изучение, без нового обязательного этапа, времени или баллов. В старой ветке OpenCode 1.x LSP поддерживается и его настройка зависит от версии. В 2.0.20 официальный migration guide прямо говорит, что LSP пока не исполняется. Не устанавливаем языковые серверы ради неработающего подключения. AST-index не встроен в OpenCode; это отдельный CLI/индекс для структурного поиска. На небольшом проекте достаточно rg и команды проверки. Длительные циклы и развитие памяти остаются дальнейшими темами из лекции, но сейчас не расширяют занятие.</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https://opencode.ai/docs/lsp/</a:t>
            </a:r>
          </a:p>
          <a:p xmlns:a="http://schemas.openxmlformats.org/drawingml/2006/main">
            <a:pPr marL="0" lvl="0" indent="0" algn="l">
              <a:spcBef>
                <a:spcPts val="0"/>
              </a:spcBef>
              <a:spcAft>
                <a:spcPts val="0"/>
              </a:spcAft>
              <a:buNone/>
            </a:pPr>
            <a:r>
              <a:t>https://opencode.ai/docs/rules/</a:t>
            </a:r>
            <a:endParaRPr/>
          </a:p>
          <a:p xmlns:a="http://schemas.openxmlformats.org/drawingml/2006/main">
            <a:pPr marL="0" lvl="0" indent="0" algn="l">
              <a:spcBef>
                <a:spcPts val="0"/>
              </a:spcBef>
              <a:spcAft>
                <a:spcPts val="0"/>
              </a:spcAft>
              <a:buNone/>
            </a:pPr>
            <a:r>
              <a:t>https://opencode.ai/docs/skills/</a:t>
            </a:r>
            <a:endParaRPr/>
          </a:p>
          <a:p xmlns:a="http://schemas.openxmlformats.org/drawingml/2006/main">
            <a:pPr marL="0" lvl="0" indent="0" algn="l">
              <a:spcBef>
                <a:spcPts val="0"/>
              </a:spcBef>
              <a:spcAft>
                <a:spcPts val="0"/>
              </a:spcAft>
              <a:buNone/>
            </a:pPr>
            <a:r>
              <a:t>https://modelcontextprotocol.io/docs/develop/build-server</a:t>
            </a:r>
            <a:endParaRPr/>
          </a:p>
          <a:p xmlns:a="http://schemas.openxmlformats.org/drawingml/2006/main">
            <a:pPr marL="0" lvl="0" indent="0" algn="l">
              <a:spcBef>
                <a:spcPts val="0"/>
              </a:spcBef>
              <a:spcAft>
                <a:spcPts val="0"/>
              </a:spcAft>
              <a:buNone/>
            </a:pPr>
            <a:r>
              <a:t>https://agentskills.io/specification</a:t>
            </a:r>
            <a:endParaRP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endParaRPr/>
          </a:p>
          <a:p xmlns:a="http://schemas.openxmlformats.org/drawingml/2006/main">
            <a:pPr marL="0" lvl="0" indent="0" algn="l">
              <a:spcBef>
                <a:spcPts val="0"/>
              </a:spcBef>
              <a:spcAft>
                <a:spcPts val="0"/>
              </a:spcAft>
              <a:buNone/>
            </a:pPr>
            <a:r>
              <a:t>https://github.com/anomalyco/opencode/blob/v2.0.20/services/www/src/docs/content/migrate-v1.mdx#lsp</a:t>
            </a:r>
            <a:endParaRPr/>
          </a:p>
          <a:p xmlns:a="http://schemas.openxmlformats.org/drawingml/2006/main">
            <a:pPr marL="0" lvl="0" indent="0" algn="l">
              <a:spcBef>
                <a:spcPts val="0"/>
              </a:spcBef>
              <a:spcAft>
                <a:spcPts val="0"/>
              </a:spcAft>
              <a:buNone/>
            </a:pPr>
            <a:r>
              <a:t>https://github.com/defendend/Claude-ast-index-search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Итог по фактам, без требования положительной оценки AI. Если студент не успел, честно разделить выполненное, наблюдённое и оставшееся. Своего tester создавать необязательно, критерии 10 баллов сохранены.</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Источники:</a:t>
            </a:r>
          </a:p>
          <a:p xmlns:a="http://schemas.openxmlformats.org/drawingml/2006/main">
            <a:pPr marL="0" lvl="0" indent="0" algn="l">
              <a:spcBef>
                <a:spcPts val="0"/>
              </a:spcBef>
              <a:spcAft>
                <a:spcPts val="0"/>
              </a:spcAft>
              <a:buNone/>
            </a:pPr>
            <a:r>
              <a:t>Исходная практика, пользовательская версия: /Users/vrazdobudko/Desktop/practice_4.pptx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7ca846e67f45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5e93be0c2c48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d4b0e6f05c42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931fb4e5e54e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899badc03f43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7c9e86589f4b4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6c470ffb7d94d4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9247a0922aa423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6fae32da5d1421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2d947fdd1c34d6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4fb2d91c4fb449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ac14e1e5b85456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a950f3cb721422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ec940671a44b442d" /><Relationship Type="http://schemas.openxmlformats.org/officeDocument/2006/relationships/image" Target="/ppt/media/image.png" Id="R5338f4c7a55348d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df23aa85a8a4630"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c94ad772b1f94cbe"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d3a4da53569b4a2a" /><Relationship Type="http://schemas.openxmlformats.org/officeDocument/2006/relationships/image" Target="/ppt/media/image2.png" Id="Rbd5e0b3a7cf04cc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1c30dd03e490477b" /><Relationship Type="http://schemas.openxmlformats.org/officeDocument/2006/relationships/image" Target="/ppt/media/image2.png" Id="R3c1f3d8a41984c3f"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aa074e9e268446d7" /><Relationship Type="http://schemas.openxmlformats.org/officeDocument/2006/relationships/image" Target="/ppt/media/image2.png" Id="R07fd4b333fed461e"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6ac1cfd3237e4a86"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b04429c6fc2e441a"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a16d28c73d4e4be1" /><Relationship Type="http://schemas.openxmlformats.org/officeDocument/2006/relationships/image" Target="/ppt/media/image3.png" Id="R799abee356f246ca" /><Relationship Type="http://schemas.openxmlformats.org/officeDocument/2006/relationships/image" Target="/ppt/media/image4.png" Id="R73d2eb505cd841dd" /><Relationship Type="http://schemas.openxmlformats.org/officeDocument/2006/relationships/image" Target="/ppt/media/image5.png" Id="Rb3a7368237094e31" /><Relationship Type="http://schemas.openxmlformats.org/officeDocument/2006/relationships/image" Target="/ppt/media/image6.png" Id="Ra4fd5d7cc42947d1" /><Relationship Type="http://schemas.openxmlformats.org/officeDocument/2006/relationships/image" Target="/ppt/media/image7.png" Id="R449c50135049421c"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c5e9f6bfd6e648c9" /><Relationship Type="http://schemas.openxmlformats.org/officeDocument/2006/relationships/image" Target="/ppt/media/image.png" Id="R14ddc5a5e6f04213" /><Relationship Type="http://schemas.openxmlformats.org/officeDocument/2006/relationships/image" Target="/ppt/media/image8.png" Id="R6056af031093451f"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9d5f5089e40e4d3b" /><Relationship Type="http://schemas.openxmlformats.org/officeDocument/2006/relationships/image" Target="/ppt/media/image.png" Id="R2775e8ab82594e17" /><Relationship Type="http://schemas.openxmlformats.org/officeDocument/2006/relationships/image" Target="/ppt/media/image8.png" Id="R5e2c4307c91f4b4c"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699ff50c89db42b8"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734d87e866d34b7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e0506b8897e84d71"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ae9e1f9db0994b0e"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7f69b3dadd4644b0"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d379a0ff39df4dd3"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8e6b70651ac44975"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ac6ed0d44fd14429"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2.xml" Id="R736434c0e91f45ad"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2.xml" Id="R4cb0e8d7e9054356"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2.xml" Id="R7e3ae3d6ae38401b"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2.xml" Id="Rb0af8032817041c7"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155E1EFC-34E4-4C5D-9FE5-63DC5455DE6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endParaRPr/>
          </a:p>
        </p:txBody>
      </p:sp>
      <p:sp>
        <p:nvSpPr>
          <p:cNvPr id="11" name="Google Shape;11;p2">
            <a:extLst xmlns:a="http://schemas.openxmlformats.org/drawingml/2006/main">
              <a:ext uri="{FF2B5EF4-FFF2-40B4-BE49-F238E27FC236}">
                <a16:creationId xmlns:a16="http://schemas.microsoft.com/office/drawing/2014/main" id="{14E32804-5B6C-4E1D-8178-49657C866BC1}"/>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2">
            <a:extLst xmlns:a="http://schemas.openxmlformats.org/drawingml/2006/main">
              <a:ext uri="{FF2B5EF4-FFF2-40B4-BE49-F238E27FC236}">
                <a16:creationId xmlns:a16="http://schemas.microsoft.com/office/drawing/2014/main" id="{C724FB6E-FBD7-477C-A767-05D719161B9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D6E53162-7E7D-4129-AAD3-F8B9F38CA421}"/>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a:endParaRPr/>
          </a:p>
        </p:txBody>
      </p:sp>
      <p:sp>
        <p:nvSpPr>
          <p:cNvPr id="15" name="Google Shape;15;p3">
            <a:extLst xmlns:a="http://schemas.openxmlformats.org/drawingml/2006/main">
              <a:ext uri="{FF2B5EF4-FFF2-40B4-BE49-F238E27FC236}">
                <a16:creationId xmlns:a16="http://schemas.microsoft.com/office/drawing/2014/main" id="{54D51984-4154-4400-9BE4-9B40B2FBE86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88157655-FA46-4F78-B9B6-E9212B63CA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8" name="Google Shape;18;p4">
            <a:extLst xmlns:a="http://schemas.openxmlformats.org/drawingml/2006/main">
              <a:ext uri="{FF2B5EF4-FFF2-40B4-BE49-F238E27FC236}">
                <a16:creationId xmlns:a16="http://schemas.microsoft.com/office/drawing/2014/main" id="{B29A6B27-3E5B-4B9D-B9AD-1488160B694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19" name="Google Shape;19;p4">
            <a:extLst xmlns:a="http://schemas.openxmlformats.org/drawingml/2006/main">
              <a:ext uri="{FF2B5EF4-FFF2-40B4-BE49-F238E27FC236}">
                <a16:creationId xmlns:a16="http://schemas.microsoft.com/office/drawing/2014/main" id="{52E7A7DA-2EE9-4A8E-BEE6-08D1EE8AF88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A415E8E-0B01-4419-AAA2-6F74A4C6FEC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2" name="Google Shape;22;p5">
            <a:extLst xmlns:a="http://schemas.openxmlformats.org/drawingml/2006/main">
              <a:ext uri="{FF2B5EF4-FFF2-40B4-BE49-F238E27FC236}">
                <a16:creationId xmlns:a16="http://schemas.microsoft.com/office/drawing/2014/main" id="{AB691333-727B-484D-BCBB-AF4CC2EE4098}"/>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3" name="Google Shape;23;p5">
            <a:extLst xmlns:a="http://schemas.openxmlformats.org/drawingml/2006/main">
              <a:ext uri="{FF2B5EF4-FFF2-40B4-BE49-F238E27FC236}">
                <a16:creationId xmlns:a16="http://schemas.microsoft.com/office/drawing/2014/main" id="{4DE970C4-CAFD-4C24-A3F8-353A496F508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4" name="Google Shape;24;p5">
            <a:extLst xmlns:a="http://schemas.openxmlformats.org/drawingml/2006/main">
              <a:ext uri="{FF2B5EF4-FFF2-40B4-BE49-F238E27FC236}">
                <a16:creationId xmlns:a16="http://schemas.microsoft.com/office/drawing/2014/main" id="{CF16008C-466A-432F-9B9C-413ADCA1D36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BA6D4590-20AE-4838-A0AB-69FD2BC8014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7" name="Google Shape;27;p6">
            <a:extLst xmlns:a="http://schemas.openxmlformats.org/drawingml/2006/main">
              <a:ext uri="{FF2B5EF4-FFF2-40B4-BE49-F238E27FC236}">
                <a16:creationId xmlns:a16="http://schemas.microsoft.com/office/drawing/2014/main" id="{F7BF6796-35B2-4243-B524-5A56F108367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12A1D150-D032-4242-B316-303D9CFD7112}"/>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a:endParaRPr/>
          </a:p>
        </p:txBody>
      </p:sp>
      <p:sp>
        <p:nvSpPr>
          <p:cNvPr id="30" name="Google Shape;30;p7">
            <a:extLst xmlns:a="http://schemas.openxmlformats.org/drawingml/2006/main">
              <a:ext uri="{FF2B5EF4-FFF2-40B4-BE49-F238E27FC236}">
                <a16:creationId xmlns:a16="http://schemas.microsoft.com/office/drawing/2014/main" id="{84CB04E5-5513-44B9-B9B9-8D1E56994603}"/>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31" name="Google Shape;31;p7">
            <a:extLst xmlns:a="http://schemas.openxmlformats.org/drawingml/2006/main">
              <a:ext uri="{FF2B5EF4-FFF2-40B4-BE49-F238E27FC236}">
                <a16:creationId xmlns:a16="http://schemas.microsoft.com/office/drawing/2014/main" id="{3DFF8048-20DC-436F-A5FC-F33F48F7D18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FAE4490E-3AE4-4C41-8A3A-9D462DA370C8}"/>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a:endParaRPr/>
          </a:p>
        </p:txBody>
      </p:sp>
      <p:sp>
        <p:nvSpPr>
          <p:cNvPr id="34" name="Google Shape;34;p8">
            <a:extLst xmlns:a="http://schemas.openxmlformats.org/drawingml/2006/main">
              <a:ext uri="{FF2B5EF4-FFF2-40B4-BE49-F238E27FC236}">
                <a16:creationId xmlns:a16="http://schemas.microsoft.com/office/drawing/2014/main" id="{8ADE92FC-A090-40E6-A7CB-0F7736A5663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956B8B8A-FD1A-4BF7-A47B-94E0CAA4BEBA}"/>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7" name="Google Shape;37;p9">
            <a:extLst xmlns:a="http://schemas.openxmlformats.org/drawingml/2006/main">
              <a:ext uri="{FF2B5EF4-FFF2-40B4-BE49-F238E27FC236}">
                <a16:creationId xmlns:a16="http://schemas.microsoft.com/office/drawing/2014/main" id="{ED65A2EC-CD33-469C-84E7-CE950DCB7387}"/>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a:endParaRPr/>
          </a:p>
        </p:txBody>
      </p:sp>
      <p:sp>
        <p:nvSpPr>
          <p:cNvPr id="38" name="Google Shape;38;p9">
            <a:extLst xmlns:a="http://schemas.openxmlformats.org/drawingml/2006/main">
              <a:ext uri="{FF2B5EF4-FFF2-40B4-BE49-F238E27FC236}">
                <a16:creationId xmlns:a16="http://schemas.microsoft.com/office/drawing/2014/main" id="{E805EE67-0D85-4E8E-BC5C-9558F0292B37}"/>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39" name="Google Shape;39;p9">
            <a:extLst xmlns:a="http://schemas.openxmlformats.org/drawingml/2006/main">
              <a:ext uri="{FF2B5EF4-FFF2-40B4-BE49-F238E27FC236}">
                <a16:creationId xmlns:a16="http://schemas.microsoft.com/office/drawing/2014/main" id="{3051B380-13CE-4350-B82D-A73338A50630}"/>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40" name="Google Shape;40;p9">
            <a:extLst xmlns:a="http://schemas.openxmlformats.org/drawingml/2006/main">
              <a:ext uri="{FF2B5EF4-FFF2-40B4-BE49-F238E27FC236}">
                <a16:creationId xmlns:a16="http://schemas.microsoft.com/office/drawing/2014/main" id="{1F934676-F85A-480F-B524-1D3076C4D2B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7FC66282-1B93-4769-A14E-6F3FA0CAA065}"/>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a:endParaRPr/>
          </a:p>
        </p:txBody>
      </p:sp>
      <p:sp>
        <p:nvSpPr>
          <p:cNvPr id="43" name="Google Shape;43;p10">
            <a:extLst xmlns:a="http://schemas.openxmlformats.org/drawingml/2006/main">
              <a:ext uri="{FF2B5EF4-FFF2-40B4-BE49-F238E27FC236}">
                <a16:creationId xmlns:a16="http://schemas.microsoft.com/office/drawing/2014/main" id="{3D8F7B06-1A10-4EBC-837F-DD47CAD7385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06741A37-6BAE-4E4B-A641-8CA2351C26C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54AC8EAA-5F50-4ED7-A60C-1680A5F3C122}"/>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FBD9AF55-0147-49E4-AEE3-7986DFF2210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B54ED7A1-B1BC-47F0-BB5A-279A621729F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Титульный слайд 1">
  <p:cSld name="TITLE_1">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matchingName="TITLE">
  <p:cSld name="TITLE_1_5">
    <p:bg>
      <p:bgPr>
        <a:solidFill xmlns:a="http://schemas.openxmlformats.org/drawingml/2006/main">
          <a:srgbClr val="FBFBFB"/>
        </a:solidFill>
      </p:bgPr>
    </p:bg>
    <p:spTree>
      <p:nvGrpSpPr>
        <p:cNvPr id="1" name=""/>
        <p:cNvGrpSpPr/>
        <p:nvPr/>
      </p:nvGrpSpPr>
      <p:grpSpPr>
        <a:xfrm xmlns:a="http://schemas.openxmlformats.org/drawingml/2006/main"/>
      </p:grpSpPr>
      <p:sp>
        <p:nvSpPr>
          <p:cNvPr id="52" name="Google Shape;52;p14">
            <a:extLst xmlns:a="http://schemas.openxmlformats.org/drawingml/2006/main">
              <a:ext uri="{FF2B5EF4-FFF2-40B4-BE49-F238E27FC236}">
                <a16:creationId xmlns:a16="http://schemas.microsoft.com/office/drawing/2014/main" id="{0FB43D5D-A293-4059-8D36-A29A3B5D385A}"/>
              </a:ext>
            </a:extLst>
          </p:cNvPr>
          <p:cNvSpPr>
            <a:spLocks xmlns:a="http://schemas.openxmlformats.org/drawingml/2006/main" noGrp="1"/>
          </p:cNvSpPr>
          <p:nvPr>
            <p:ph type="body" idx="1"/>
          </p:nvPr>
        </p:nvSpPr>
        <p:spPr>
          <a:xfrm xmlns:a="http://schemas.openxmlformats.org/drawingml/2006/main">
            <a:off x="732593" y="427925"/>
            <a:ext cx="3694500" cy="31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lnSpc>
                <a:spcPct val="115000"/>
              </a:lnSpc>
              <a:spcBef>
                <a:spcPts val="0"/>
              </a:spcBef>
              <a:spcAft>
                <a:spcPts val="0"/>
              </a:spcAft>
              <a:buClr>
                <a:srgbClr val="000000"/>
              </a:buClr>
              <a:buSzPts val="1900"/>
              <a:buFont typeface="Arial"/>
              <a:buNone/>
              <a:defRPr sz="1200" b="0" i="0" u="none" cap="none">
                <a:solidFill>
                  <a:srgbClr val="7F7F7F"/>
                </a:solidFill>
                <a:latin typeface="Arial"/>
                <a:ea typeface="Arial"/>
                <a:cs typeface="Arial"/>
              </a:defRPr>
            </a:lvl1pPr>
            <a:lvl2pPr marL="914400" marR="0" indent="-228600" algn="l">
              <a:lnSpc>
                <a:spcPct val="115000"/>
              </a:lnSpc>
              <a:spcBef>
                <a:spcPts val="0"/>
              </a:spcBef>
              <a:spcAft>
                <a:spcPts val="0"/>
              </a:spcAft>
              <a:buClr>
                <a:srgbClr val="000000"/>
              </a:buClr>
              <a:buSzPts val="1900"/>
              <a:buFont typeface="Arial"/>
              <a:buNone/>
              <a:defRPr sz="1200" b="0" i="0" u="none" cap="none">
                <a:solidFill>
                  <a:srgbClr val="000000"/>
                </a:solidFill>
                <a:latin typeface="Arial"/>
                <a:ea typeface="Arial"/>
                <a:cs typeface="Arial"/>
              </a:defRPr>
            </a:lvl2pPr>
            <a:lvl3pPr marL="1371600" marR="0" indent="-228600" algn="l">
              <a:lnSpc>
                <a:spcPct val="115000"/>
              </a:lnSpc>
              <a:spcBef>
                <a:spcPts val="0"/>
              </a:spcBef>
              <a:spcAft>
                <a:spcPts val="0"/>
              </a:spcAft>
              <a:buClr>
                <a:srgbClr val="000000"/>
              </a:buClr>
              <a:buSzPts val="1900"/>
              <a:buFont typeface="Arial"/>
              <a:buNone/>
              <a:defRPr sz="1200" b="0" i="0" u="none" cap="none">
                <a:solidFill>
                  <a:srgbClr val="000000"/>
                </a:solidFill>
                <a:latin typeface="Arial"/>
                <a:ea typeface="Arial"/>
                <a:cs typeface="Arial"/>
              </a:defRPr>
            </a:lvl3pPr>
            <a:lvl4pPr marL="1828800" marR="0" indent="-228600" algn="l">
              <a:lnSpc>
                <a:spcPct val="115000"/>
              </a:lnSpc>
              <a:spcBef>
                <a:spcPts val="0"/>
              </a:spcBef>
              <a:spcAft>
                <a:spcPts val="0"/>
              </a:spcAft>
              <a:buClr>
                <a:srgbClr val="000000"/>
              </a:buClr>
              <a:buSzPts val="1900"/>
              <a:buFont typeface="Arial"/>
              <a:buNone/>
              <a:defRPr sz="1200" b="0" i="0" u="none" cap="none">
                <a:solidFill>
                  <a:srgbClr val="000000"/>
                </a:solidFill>
                <a:latin typeface="Arial"/>
                <a:ea typeface="Arial"/>
                <a:cs typeface="Arial"/>
              </a:defRPr>
            </a:lvl4pPr>
            <a:lvl5pPr marL="2286000" marR="0" indent="-228600" algn="l">
              <a:lnSpc>
                <a:spcPct val="115000"/>
              </a:lnSpc>
              <a:spcBef>
                <a:spcPts val="0"/>
              </a:spcBef>
              <a:spcAft>
                <a:spcPts val="0"/>
              </a:spcAft>
              <a:buClr>
                <a:srgbClr val="000000"/>
              </a:buClr>
              <a:buSzPts val="1900"/>
              <a:buFont typeface="Arial"/>
              <a:buNone/>
              <a:defRPr sz="1200" b="0" i="0" u="none" cap="none">
                <a:solidFill>
                  <a:srgbClr val="000000"/>
                </a:solidFill>
                <a:latin typeface="Arial"/>
                <a:ea typeface="Arial"/>
                <a:cs typeface="Arial"/>
              </a:defRPr>
            </a:lvl5pPr>
            <a:lvl6pPr marL="27432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6pPr>
            <a:lvl7pPr marL="32004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7pPr>
            <a:lvl8pPr marL="36576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8pPr>
            <a:lvl9pPr marL="41148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9pPr>
          </a:lstStyle>
          <a:p xmlns:a="http://schemas.openxmlformats.org/drawingml/2006/main">
            <a:endParaRPr/>
          </a:p>
        </p:txBody>
      </p:sp>
      <p:sp>
        <p:nvSpPr>
          <p:cNvPr id="53" name="Google Shape;53;p14">
            <a:extLst xmlns:a="http://schemas.openxmlformats.org/drawingml/2006/main">
              <a:ext uri="{FF2B5EF4-FFF2-40B4-BE49-F238E27FC236}">
                <a16:creationId xmlns:a16="http://schemas.microsoft.com/office/drawing/2014/main" id="{6E9E0E1B-CA10-4FB1-AA05-F48100778206}"/>
              </a:ext>
            </a:extLst>
          </p:cNvPr>
          <p:cNvSpPr>
            <a:spLocks xmlns:a="http://schemas.openxmlformats.org/drawingml/2006/main" noGrp="1"/>
          </p:cNvSpPr>
          <p:nvPr>
            <p:ph type="body" idx="2"/>
          </p:nvPr>
        </p:nvSpPr>
        <p:spPr>
          <a:xfrm xmlns:a="http://schemas.openxmlformats.org/drawingml/2006/main">
            <a:off x="732593" y="2222654"/>
            <a:ext cx="7091100" cy="201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lnSpc>
                <a:spcPct val="115000"/>
              </a:lnSpc>
              <a:spcBef>
                <a:spcPts val="0"/>
              </a:spcBef>
              <a:spcAft>
                <a:spcPts val="0"/>
              </a:spcAft>
              <a:buClr>
                <a:srgbClr val="000000"/>
              </a:buClr>
              <a:buSzPts val="1900"/>
              <a:buFont typeface="Arial"/>
              <a:buNone/>
              <a:defRPr sz="1500" b="0" i="0" u="none" cap="none">
                <a:solidFill>
                  <a:srgbClr val="000000"/>
                </a:solidFill>
                <a:latin typeface="Arial"/>
                <a:ea typeface="Arial"/>
                <a:cs typeface="Arial"/>
              </a:defRPr>
            </a:lvl1pPr>
            <a:lvl2pPr marL="914400" marR="0" indent="-228600" algn="l">
              <a:lnSpc>
                <a:spcPct val="115000"/>
              </a:lnSpc>
              <a:spcBef>
                <a:spcPts val="0"/>
              </a:spcBef>
              <a:spcAft>
                <a:spcPts val="0"/>
              </a:spcAft>
              <a:buClr>
                <a:srgbClr val="000000"/>
              </a:buClr>
              <a:buSzPts val="1900"/>
              <a:buFont typeface="Arial"/>
              <a:buNone/>
              <a:defRPr sz="1500" b="0" i="0" u="none" cap="none">
                <a:solidFill>
                  <a:srgbClr val="000000"/>
                </a:solidFill>
                <a:latin typeface="Arial"/>
                <a:ea typeface="Arial"/>
                <a:cs typeface="Arial"/>
              </a:defRPr>
            </a:lvl2pPr>
            <a:lvl3pPr marL="1371600" marR="0" indent="-228600" algn="l">
              <a:lnSpc>
                <a:spcPct val="115000"/>
              </a:lnSpc>
              <a:spcBef>
                <a:spcPts val="0"/>
              </a:spcBef>
              <a:spcAft>
                <a:spcPts val="0"/>
              </a:spcAft>
              <a:buClr>
                <a:srgbClr val="000000"/>
              </a:buClr>
              <a:buSzPts val="1900"/>
              <a:buFont typeface="Arial"/>
              <a:buNone/>
              <a:defRPr sz="1500" b="0" i="0" u="none" cap="none">
                <a:solidFill>
                  <a:srgbClr val="000000"/>
                </a:solidFill>
                <a:latin typeface="Arial"/>
                <a:ea typeface="Arial"/>
                <a:cs typeface="Arial"/>
              </a:defRPr>
            </a:lvl3pPr>
            <a:lvl4pPr marL="1828800" marR="0" indent="-228600" algn="l">
              <a:lnSpc>
                <a:spcPct val="115000"/>
              </a:lnSpc>
              <a:spcBef>
                <a:spcPts val="0"/>
              </a:spcBef>
              <a:spcAft>
                <a:spcPts val="0"/>
              </a:spcAft>
              <a:buClr>
                <a:srgbClr val="000000"/>
              </a:buClr>
              <a:buSzPts val="1900"/>
              <a:buFont typeface="Arial"/>
              <a:buNone/>
              <a:defRPr sz="1500" b="0" i="0" u="none" cap="none">
                <a:solidFill>
                  <a:srgbClr val="000000"/>
                </a:solidFill>
                <a:latin typeface="Arial"/>
                <a:ea typeface="Arial"/>
                <a:cs typeface="Arial"/>
              </a:defRPr>
            </a:lvl4pPr>
            <a:lvl5pPr marL="2286000" marR="0" indent="-228600" algn="l">
              <a:lnSpc>
                <a:spcPct val="115000"/>
              </a:lnSpc>
              <a:spcBef>
                <a:spcPts val="0"/>
              </a:spcBef>
              <a:spcAft>
                <a:spcPts val="0"/>
              </a:spcAft>
              <a:buClr>
                <a:srgbClr val="000000"/>
              </a:buClr>
              <a:buSzPts val="1900"/>
              <a:buFont typeface="Arial"/>
              <a:buNone/>
              <a:defRPr sz="1500" b="0" i="0" u="none" cap="none">
                <a:solidFill>
                  <a:srgbClr val="000000"/>
                </a:solidFill>
                <a:latin typeface="Arial"/>
                <a:ea typeface="Arial"/>
                <a:cs typeface="Arial"/>
              </a:defRPr>
            </a:lvl5pPr>
            <a:lvl6pPr marL="27432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6pPr>
            <a:lvl7pPr marL="32004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7pPr>
            <a:lvl8pPr marL="36576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8pPr>
            <a:lvl9pPr marL="4114800" marR="0" indent="-349250" algn="l">
              <a:lnSpc>
                <a:spcPct val="115000"/>
              </a:lnSpc>
              <a:spcBef>
                <a:spcPts val="0"/>
              </a:spcBef>
              <a:spcAft>
                <a:spcPts val="0"/>
              </a:spcAft>
              <a:buClr>
                <a:srgbClr val="000000"/>
              </a:buClr>
              <a:buSzPts val="1900"/>
              <a:buFont typeface="Arial"/>
              <a:buChar char="■"/>
              <a:defRPr sz="1400" b="0" i="0" u="none" cap="none">
                <a:solidFill>
                  <a:srgbClr val="000000"/>
                </a:solidFill>
                <a:latin typeface="Arial"/>
                <a:ea typeface="Arial"/>
                <a:cs typeface="Arial"/>
              </a:defRPr>
            </a:lvl9pPr>
          </a:lstStyle>
          <a:p xmlns:a="http://schemas.openxmlformats.org/drawingml/2006/main">
            <a:endParaRPr/>
          </a:p>
        </p:txBody>
      </p:sp>
      <p:sp>
        <p:nvSpPr>
          <p:cNvPr id="54" name="Google Shape;54;p14">
            <a:extLst xmlns:a="http://schemas.openxmlformats.org/drawingml/2006/main">
              <a:ext uri="{FF2B5EF4-FFF2-40B4-BE49-F238E27FC236}">
                <a16:creationId xmlns:a16="http://schemas.microsoft.com/office/drawing/2014/main" id="{2E0885C7-02EC-4795-92CB-C68E79AB6268}"/>
              </a:ext>
            </a:extLst>
          </p:cNvPr>
          <p:cNvSpPr>
            <a:spLocks xmlns:a="http://schemas.openxmlformats.org/drawingml/2006/main" noGrp="1"/>
          </p:cNvSpPr>
          <p:nvPr>
            <p:ph type="title" idx="0"/>
          </p:nvPr>
        </p:nvSpPr>
        <p:spPr>
          <a:xfrm xmlns:a="http://schemas.openxmlformats.org/drawingml/2006/main">
            <a:off x="684601" y="842516"/>
            <a:ext cx="70911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lnSpc>
                <a:spcPct val="100000"/>
              </a:lnSpc>
              <a:spcBef>
                <a:spcPts val="0"/>
              </a:spcBef>
              <a:spcAft>
                <a:spcPts val="0"/>
              </a:spcAft>
              <a:buClr>
                <a:schemeClr val="dk1"/>
              </a:buClr>
              <a:buSzPts val="4600"/>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Tree>
  </p:cSld>
</p:sldLayout>
</file>

<file path=ppt/slideLayouts/slideLayout14.xml><?xml version="1.0" encoding="utf-8"?>
<p:sldLayout xmlns:p="http://schemas.openxmlformats.org/presentationml/2006/main" matchingName="1_Титульный слайд">
  <p:cSld name="1_Титульный слайд">
    <p:spTree>
      <p:nvGrpSpPr>
        <p:cNvPr id="1" name=""/>
        <p:cNvGrpSpPr/>
        <p:nvPr/>
      </p:nvGrpSpPr>
      <p:grpSpPr>
        <a:xfrm xmlns:a="http://schemas.openxmlformats.org/drawingml/2006/main"/>
      </p:grpSpPr>
      <p:pic>
        <p:nvPicPr>
          <p:cNvPr id="65" name="Google Shape;56;p15"/>
          <p:cNvPicPr>
            <a:picLocks xmlns:a="http://schemas.openxmlformats.org/drawingml/2006/main" noChangeAspect="1"/>
          </p:cNvPicPr>
          <p:nvPr/>
        </p:nvPicPr>
        <p:blipFill rotWithShape="1">
          <a:blip xmlns:r="http://schemas.openxmlformats.org/officeDocument/2006/relationships" xmlns:a="http://schemas.openxmlformats.org/drawingml/2006/main" r:embed="R5338f4c7a55348d1">
            <a:alphaModFix/>
          </a:blip>
          <a:srcRect xmlns:a="http://schemas.openxmlformats.org/drawingml/2006/main" l="35909" t="51598" r="14500" b="9954"/>
          <a:stretch xmlns:a="http://schemas.openxmlformats.org/drawingml/2006/main"/>
        </p:blipFill>
        <p:spPr>
          <a:xfrm xmlns:a="http://schemas.openxmlformats.org/drawingml/2006/main" rot="-5812477">
            <a:off x="4892038" y="944832"/>
            <a:ext cx="5584789" cy="4329696"/>
          </a:xfrm>
          <a:prstGeom xmlns:a="http://schemas.openxmlformats.org/drawingml/2006/main" prst="rect">
            <a:avLst/>
          </a:prstGeom>
          <a:ln xmlns:a="http://schemas.openxmlformats.org/drawingml/2006/main">
            <a:noFill/>
          </a:ln>
        </p:spPr>
      </p:pic>
      <p:sp>
        <p:nvSpPr>
          <p:cNvPr id="57" name="Google Shape;57;p15">
            <a:extLst xmlns:a="http://schemas.openxmlformats.org/drawingml/2006/main">
              <a:ext uri="{FF2B5EF4-FFF2-40B4-BE49-F238E27FC236}">
                <a16:creationId xmlns:a16="http://schemas.microsoft.com/office/drawing/2014/main" id="{C673ADA4-B894-495C-BBAC-6832285EFAF6}"/>
              </a:ext>
            </a:extLst>
          </p:cNvPr>
          <p:cNvSpPr>
            <a:spLocks xmlns:a="http://schemas.openxmlformats.org/drawingml/2006/main" noGrp="1"/>
          </p:cNvSpPr>
          <p:nvPr>
            <p:ph type="ctrTitle" idx="0"/>
          </p:nvPr>
        </p:nvSpPr>
        <p:spPr>
          <a:xfrm xmlns:a="http://schemas.openxmlformats.org/drawingml/2006/main">
            <a:off x="360454" y="2321377"/>
            <a:ext cx="6989100" cy="157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Autofit/>
          </a:bodyPr>
          <a:lstStyle xmlns:a="http://schemas.openxmlformats.org/drawingml/2006/main">
            <a:lvl1pPr algn="l">
              <a:lnSpc>
                <a:spcPct val="90000"/>
              </a:lnSpc>
              <a:spcBef>
                <a:spcPts val="0"/>
              </a:spcBef>
              <a:spcAft>
                <a:spcPts val="0"/>
              </a:spcAft>
              <a:buClr>
                <a:schemeClr val="dk1"/>
              </a:buClr>
              <a:buSzPts val="3600"/>
              <a:buFont typeface="Montserrat SemiBold"/>
              <a:buNone/>
              <a:defRPr sz="3600"/>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pic>
        <p:nvPicPr>
          <p:cNvPr id="67" name="Google Shape;58;p15"/>
          <p:cNvPicPr>
            <a:picLocks xmlns:a="http://schemas.openxmlformats.org/drawingml/2006/main" noChangeAspect="1"/>
          </p:cNvPicPr>
          <p:nvPr/>
        </p:nvPicPr>
        <p:blipFill rotWithShape="1">
          <a:blip xmlns:r="http://schemas.openxmlformats.org/officeDocument/2006/relationships" xmlns:a="http://schemas.openxmlformats.org/drawingml/2006/main" r:embed="R5338f4c7a55348d1">
            <a:alphaModFix/>
          </a:blip>
          <a:srcRect xmlns:a="http://schemas.openxmlformats.org/drawingml/2006/main" l="19731" t="52324" r="69271" b="9228"/>
          <a:stretch xmlns:a="http://schemas.openxmlformats.org/drawingml/2006/main"/>
        </p:blipFill>
        <p:spPr>
          <a:xfrm xmlns:a="http://schemas.openxmlformats.org/drawingml/2006/main" rot="-6088451">
            <a:off x="1240180" y="-697708"/>
            <a:ext cx="1238546" cy="4329695"/>
          </a:xfrm>
          <a:prstGeom xmlns:a="http://schemas.openxmlformats.org/drawingml/2006/main" prst="rect">
            <a:avLst/>
          </a:prstGeom>
          <a:ln xmlns:a="http://schemas.openxmlformats.org/drawingml/2006/main">
            <a:noFill/>
          </a:ln>
        </p:spPr>
      </p:pic>
      <p:sp>
        <p:nvSpPr>
          <p:cNvPr id="59" name="Google Shape;59;p15">
            <a:extLst xmlns:a="http://schemas.openxmlformats.org/drawingml/2006/main">
              <a:ext uri="{FF2B5EF4-FFF2-40B4-BE49-F238E27FC236}">
                <a16:creationId xmlns:a16="http://schemas.microsoft.com/office/drawing/2014/main" id="{748AF837-1D9B-4781-A348-65DEA74BA325}"/>
              </a:ext>
            </a:extLst>
          </p:cNvPr>
          <p:cNvSpPr>
            <a:spLocks xmlns:a="http://schemas.openxmlformats.org/drawingml/2006/main" noGrp="1"/>
          </p:cNvSpPr>
          <p:nvPr/>
        </p:nvSpPr>
        <p:spPr>
          <a:xfrm xmlns:a="http://schemas.openxmlformats.org/drawingml/2006/main">
            <a:off x="413672" y="4199616"/>
            <a:ext cx="620700" cy="620700"/>
          </a:xfrm>
          <a:prstGeom xmlns:a="http://schemas.openxmlformats.org/drawingml/2006/main" prst="roundRect">
            <a:avLst>
              <a:gd name="adj" fmla="val 50000"/>
            </a:avLst>
          </a:prstGeom>
          <a:gradFill xmlns:a="http://schemas.openxmlformats.org/drawingml/2006/main">
            <a:gsLst>
              <a:gs pos="0">
                <a:srgbClr val="FFC7EC">
                  <a:alpha val="60000"/>
                </a:srgbClr>
              </a:gs>
              <a:gs pos="99000">
                <a:srgbClr val="A78AE5">
                  <a:alpha val="60000"/>
                </a:srgbClr>
              </a:gs>
              <a:gs pos="100000">
                <a:srgbClr val="A78AE5">
                  <a:alpha val="60000"/>
                </a:srgbClr>
              </a:gs>
            </a:gsLst>
            <a:lin ang="5400012" scaled="0"/>
          </a:gradFill>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endParaRPr sz="1100" b="0" i="0" u="none" cap="none">
              <a:solidFill>
                <a:schemeClr val="lt1"/>
              </a:solidFill>
              <a:latin typeface="Arial"/>
              <a:ea typeface="Arial"/>
              <a:cs typeface="Arial"/>
            </a:endParaRPr>
          </a:p>
        </p:txBody>
      </p:sp>
      <p:sp>
        <p:nvSpPr>
          <p:cNvPr id="60" name="Google Shape;60;p15">
            <a:extLst xmlns:a="http://schemas.openxmlformats.org/drawingml/2006/main">
              <a:ext uri="{FF2B5EF4-FFF2-40B4-BE49-F238E27FC236}">
                <a16:creationId xmlns:a16="http://schemas.microsoft.com/office/drawing/2014/main" id="{4CDCAE98-F9AB-46DA-AAF0-68601222CFA6}"/>
              </a:ext>
            </a:extLst>
          </p:cNvPr>
          <p:cNvSpPr>
            <a:spLocks xmlns:a="http://schemas.openxmlformats.org/drawingml/2006/main" noGrp="1"/>
          </p:cNvSpPr>
          <p:nvPr>
            <p:ph type="body" idx="1"/>
          </p:nvPr>
        </p:nvSpPr>
        <p:spPr>
          <a:xfrm xmlns:a="http://schemas.openxmlformats.org/drawingml/2006/main">
            <a:off x="1239440" y="4468634"/>
            <a:ext cx="6135300" cy="22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200"/>
              <a:buNone/>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61" name="Google Shape;61;p15">
            <a:extLst xmlns:a="http://schemas.openxmlformats.org/drawingml/2006/main">
              <a:ext uri="{FF2B5EF4-FFF2-40B4-BE49-F238E27FC236}">
                <a16:creationId xmlns:a16="http://schemas.microsoft.com/office/drawing/2014/main" id="{D1F0BEE4-5406-4BCF-810D-2546E1B69AA8}"/>
              </a:ext>
            </a:extLst>
          </p:cNvPr>
          <p:cNvSpPr>
            <a:spLocks xmlns:a="http://schemas.openxmlformats.org/drawingml/2006/main" noGrp="1"/>
          </p:cNvSpPr>
          <p:nvPr>
            <p:ph type="body" idx="2"/>
          </p:nvPr>
        </p:nvSpPr>
        <p:spPr>
          <a:xfrm xmlns:a="http://schemas.openxmlformats.org/drawingml/2006/main">
            <a:off x="1239441" y="4242197"/>
            <a:ext cx="6135300" cy="22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62" name="Google Shape;62;p15">
            <a:extLst xmlns:a="http://schemas.openxmlformats.org/drawingml/2006/main">
              <a:ext uri="{FF2B5EF4-FFF2-40B4-BE49-F238E27FC236}">
                <a16:creationId xmlns:a16="http://schemas.microsoft.com/office/drawing/2014/main" id="{F5ED21D2-1D58-459D-AE15-682460A21A76}"/>
              </a:ext>
            </a:extLst>
          </p:cNvPr>
          <p:cNvSpPr>
            <a:spLocks xmlns:a="http://schemas.openxmlformats.org/drawingml/2006/main" noGrp="1"/>
          </p:cNvSpPr>
          <p:nvPr>
            <p:ph type="pic" idx="3"/>
          </p:nvPr>
        </p:nvSpPr>
        <p:spPr>
          <a:xfrm xmlns:a="http://schemas.openxmlformats.org/drawingml/2006/main">
            <a:off x="360450" y="4153804"/>
            <a:ext cx="620700" cy="620700"/>
          </a:xfrm>
          <a:prstGeom xmlns:a="http://schemas.openxmlformats.org/drawingml/2006/main" prst="ellipse">
            <a:avLst/>
          </a:prstGeom>
          <a:noFill xmlns:a="http://schemas.openxmlformats.org/drawingml/2006/main"/>
          <a:ln xmlns:a="http://schemas.openxmlformats.org/drawingml/2006/main">
            <a:noFill/>
          </a:ln>
        </p:spPr>
      </p:sp>
    </p:spTree>
  </p:cSld>
</p:sldLayout>
</file>

<file path=ppt/slideLayouts/slideLayout15.xml><?xml version="1.0" encoding="utf-8"?>
<p:sldLayout xmlns:p="http://schemas.openxmlformats.org/presentationml/2006/main" matchingName="2_Инф о спикере">
  <p:cSld name="2_Инф о спикере">
    <p:spTree>
      <p:nvGrpSpPr>
        <p:cNvPr id="1" name=""/>
        <p:cNvGrpSpPr/>
        <p:nvPr/>
      </p:nvGrpSpPr>
      <p:grpSpPr>
        <a:xfrm xmlns:a="http://schemas.openxmlformats.org/drawingml/2006/main"/>
      </p:grpSpPr>
      <p:sp>
        <p:nvSpPr>
          <p:cNvPr id="64" name="Google Shape;64;p16">
            <a:extLst xmlns:a="http://schemas.openxmlformats.org/drawingml/2006/main">
              <a:ext uri="{FF2B5EF4-FFF2-40B4-BE49-F238E27FC236}">
                <a16:creationId xmlns:a16="http://schemas.microsoft.com/office/drawing/2014/main" id="{07982E2A-2B3E-462E-94D9-C3297E59DE83}"/>
              </a:ext>
            </a:extLst>
          </p:cNvPr>
          <p:cNvSpPr>
            <a:spLocks xmlns:a="http://schemas.openxmlformats.org/drawingml/2006/main" noGrp="1"/>
          </p:cNvSpPr>
          <p:nvPr>
            <p:ph type="body" idx="1"/>
          </p:nvPr>
        </p:nvSpPr>
        <p:spPr>
          <a:xfrm xmlns:a="http://schemas.openxmlformats.org/drawingml/2006/main">
            <a:off x="1008459" y="1570992"/>
            <a:ext cx="3676200" cy="46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400"/>
              <a:buNone/>
              <a:defRPr sz="14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65" name="Google Shape;65;p16">
            <a:extLst xmlns:a="http://schemas.openxmlformats.org/drawingml/2006/main">
              <a:ext uri="{FF2B5EF4-FFF2-40B4-BE49-F238E27FC236}">
                <a16:creationId xmlns:a16="http://schemas.microsoft.com/office/drawing/2014/main" id="{FAB31E2A-00CE-476F-846A-783827A3EB85}"/>
              </a:ext>
            </a:extLst>
          </p:cNvPr>
          <p:cNvSpPr>
            <a:spLocks xmlns:a="http://schemas.openxmlformats.org/drawingml/2006/main" noGrp="1"/>
          </p:cNvSpPr>
          <p:nvPr>
            <p:ph type="body" idx="2"/>
          </p:nvPr>
        </p:nvSpPr>
        <p:spPr>
          <a:xfrm xmlns:a="http://schemas.openxmlformats.org/drawingml/2006/main">
            <a:off x="1008459" y="2417203"/>
            <a:ext cx="3676200" cy="46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400"/>
              <a:buNone/>
              <a:defRPr sz="14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66" name="Google Shape;66;p16">
            <a:extLst xmlns:a="http://schemas.openxmlformats.org/drawingml/2006/main">
              <a:ext uri="{FF2B5EF4-FFF2-40B4-BE49-F238E27FC236}">
                <a16:creationId xmlns:a16="http://schemas.microsoft.com/office/drawing/2014/main" id="{B1BECC3B-00D0-4F81-A33E-CEAEC5E28D4A}"/>
              </a:ext>
            </a:extLst>
          </p:cNvPr>
          <p:cNvSpPr>
            <a:spLocks xmlns:a="http://schemas.openxmlformats.org/drawingml/2006/main" noGrp="1"/>
          </p:cNvSpPr>
          <p:nvPr>
            <p:ph type="body" idx="3"/>
          </p:nvPr>
        </p:nvSpPr>
        <p:spPr>
          <a:xfrm xmlns:a="http://schemas.openxmlformats.org/drawingml/2006/main">
            <a:off x="1008459" y="3263413"/>
            <a:ext cx="3676200" cy="46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400"/>
              <a:buNone/>
              <a:defRPr sz="14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67" name="Google Shape;67;p16">
            <a:extLst xmlns:a="http://schemas.openxmlformats.org/drawingml/2006/main">
              <a:ext uri="{FF2B5EF4-FFF2-40B4-BE49-F238E27FC236}">
                <a16:creationId xmlns:a16="http://schemas.microsoft.com/office/drawing/2014/main" id="{BA3CFE89-608F-4AC1-B737-68C6879DD39C}"/>
              </a:ext>
            </a:extLst>
          </p:cNvPr>
          <p:cNvSpPr>
            <a:spLocks xmlns:a="http://schemas.openxmlformats.org/drawingml/2006/main" noGrp="1"/>
          </p:cNvSpPr>
          <p:nvPr>
            <p:ph type="body" idx="4"/>
          </p:nvPr>
        </p:nvSpPr>
        <p:spPr>
          <a:xfrm xmlns:a="http://schemas.openxmlformats.org/drawingml/2006/main">
            <a:off x="1008459" y="4109465"/>
            <a:ext cx="3676200" cy="46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400"/>
              <a:buNone/>
              <a:defRPr sz="14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68" name="Google Shape;68;p16">
            <a:extLst xmlns:a="http://schemas.openxmlformats.org/drawingml/2006/main">
              <a:ext uri="{FF2B5EF4-FFF2-40B4-BE49-F238E27FC236}">
                <a16:creationId xmlns:a16="http://schemas.microsoft.com/office/drawing/2014/main" id="{11EA3781-28BA-40C2-BB3F-05BCFD7DCD4A}"/>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69" name="Google Shape;69;p16">
            <a:extLst xmlns:a="http://schemas.openxmlformats.org/drawingml/2006/main">
              <a:ext uri="{FF2B5EF4-FFF2-40B4-BE49-F238E27FC236}">
                <a16:creationId xmlns:a16="http://schemas.microsoft.com/office/drawing/2014/main" id="{E402DB64-601C-4EAB-80DF-1DC3A2965E81}"/>
              </a:ext>
            </a:extLst>
          </p:cNvPr>
          <p:cNvSpPr>
            <a:spLocks xmlns:a="http://schemas.openxmlformats.org/drawingml/2006/main" noGrp="1"/>
          </p:cNvSpPr>
          <p:nvPr>
            <p:ph type="body" idx="5"/>
          </p:nvPr>
        </p:nvSpPr>
        <p:spPr>
          <a:xfrm xmlns:a="http://schemas.openxmlformats.org/drawingml/2006/main">
            <a:off x="291025" y="874685"/>
            <a:ext cx="4338300" cy="23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800"/>
              </a:spcBef>
              <a:spcAft>
                <a:spcPts val="0"/>
              </a:spcAft>
              <a:buSzPts val="1200"/>
              <a:buNone/>
              <a:defRPr b="1" i="0">
                <a:latin typeface="Montserrat SemiBold"/>
                <a:ea typeface="Montserrat SemiBold"/>
                <a:cs typeface="Montserrat SemiBold"/>
              </a:defRPr>
            </a:lvl1pPr>
            <a:lvl2pPr marL="914400" indent="-228600" algn="l">
              <a:lnSpc>
                <a:spcPct val="100000"/>
              </a:lnSpc>
              <a:spcBef>
                <a:spcPts val="1200"/>
              </a:spcBef>
              <a:spcAft>
                <a:spcPts val="0"/>
              </a:spcAft>
              <a:buSzPts val="1100"/>
              <a:buNone/>
              <a:defRPr/>
            </a:lvl2pPr>
            <a:lvl3pPr marL="1371600" indent="-228600" algn="l">
              <a:lnSpc>
                <a:spcPct val="100000"/>
              </a:lnSpc>
              <a:spcBef>
                <a:spcPts val="1200"/>
              </a:spcBef>
              <a:spcAft>
                <a:spcPts val="0"/>
              </a:spcAft>
              <a:buSzPts val="900"/>
              <a:buNone/>
              <a:defRPr/>
            </a:lvl3pPr>
            <a:lvl4pPr marL="1828800" indent="-228600" algn="l">
              <a:lnSpc>
                <a:spcPct val="100000"/>
              </a:lnSpc>
              <a:spcBef>
                <a:spcPts val="1200"/>
              </a:spcBef>
              <a:spcAft>
                <a:spcPts val="0"/>
              </a:spcAft>
              <a:buSzPts val="800"/>
              <a:buNone/>
              <a:defRPr/>
            </a:lvl4pPr>
            <a:lvl5pPr marL="2286000" indent="-228600" algn="l">
              <a:lnSpc>
                <a:spcPct val="100000"/>
              </a:lnSpc>
              <a:spcBef>
                <a:spcPts val="1200"/>
              </a:spcBef>
              <a:spcAft>
                <a:spcPts val="0"/>
              </a:spcAft>
              <a:buSzPts val="800"/>
              <a:buNone/>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70" name="Google Shape;70;p16">
            <a:extLst xmlns:a="http://schemas.openxmlformats.org/drawingml/2006/main">
              <a:ext uri="{FF2B5EF4-FFF2-40B4-BE49-F238E27FC236}">
                <a16:creationId xmlns:a16="http://schemas.microsoft.com/office/drawing/2014/main" id="{E4254151-AEF5-4A3E-ABC0-73664BA7561A}"/>
              </a:ext>
            </a:extLst>
          </p:cNvPr>
          <p:cNvSpPr>
            <a:spLocks xmlns:a="http://schemas.openxmlformats.org/drawingml/2006/main" noGrp="1"/>
          </p:cNvSpPr>
          <p:nvPr>
            <p:ph type="pic" idx="6"/>
          </p:nvPr>
        </p:nvSpPr>
        <p:spPr>
          <a:xfrm xmlns:a="http://schemas.openxmlformats.org/drawingml/2006/main">
            <a:off x="5088263" y="1117631"/>
            <a:ext cx="3854100" cy="3828000"/>
          </a:xfrm>
          <a:prstGeom xmlns:a="http://schemas.openxmlformats.org/drawingml/2006/main" prst="rect">
            <a:avLst/>
          </a:prstGeom>
          <a:noFill xmlns:a="http://schemas.openxmlformats.org/drawingml/2006/main"/>
          <a:ln xmlns:a="http://schemas.openxmlformats.org/drawingml/2006/main">
            <a:noFill/>
          </a:ln>
        </p:spPr>
      </p:sp>
      <p:sp>
        <p:nvSpPr>
          <p:cNvPr id="71" name="Google Shape;71;p16">
            <a:extLst xmlns:a="http://schemas.openxmlformats.org/drawingml/2006/main">
              <a:ext uri="{FF2B5EF4-FFF2-40B4-BE49-F238E27FC236}">
                <a16:creationId xmlns:a16="http://schemas.microsoft.com/office/drawing/2014/main" id="{F4691759-9889-4BD9-AF16-69CF13FDCDC7}"/>
              </a:ext>
            </a:extLst>
          </p:cNvPr>
          <p:cNvSpPr>
            <a:spLocks xmlns:a="http://schemas.openxmlformats.org/drawingml/2006/main" noGrp="1"/>
          </p:cNvSpPr>
          <p:nvPr/>
        </p:nvSpPr>
        <p:spPr>
          <a:xfrm xmlns:a="http://schemas.openxmlformats.org/drawingml/2006/main">
            <a:off x="339938" y="4086382"/>
            <a:ext cx="513900" cy="513900"/>
          </a:xfrm>
          <a:prstGeom xmlns:a="http://schemas.openxmlformats.org/drawingml/2006/main" prst="roundRect">
            <a:avLst>
              <a:gd name="adj" fmla="val 50000"/>
            </a:avLst>
          </a:prstGeom>
          <a:gradFill xmlns:a="http://schemas.openxmlformats.org/drawingml/2006/main">
            <a:gsLst>
              <a:gs pos="0">
                <a:srgbClr val="69D6A8">
                  <a:alpha val="49804"/>
                </a:srgbClr>
              </a:gs>
              <a:gs pos="96000">
                <a:srgbClr val="00AAFF"/>
              </a:gs>
              <a:gs pos="100000">
                <a:srgbClr val="00AAFF"/>
              </a:gs>
            </a:gsLst>
            <a:lin ang="2700006" scaled="0"/>
          </a:gradFill>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endParaRPr sz="1400">
              <a:solidFill>
                <a:schemeClr val="lt1"/>
              </a:solidFill>
              <a:latin typeface="Arial"/>
              <a:ea typeface="Arial"/>
              <a:cs typeface="Arial"/>
            </a:endParaRPr>
          </a:p>
        </p:txBody>
      </p:sp>
      <p:sp>
        <p:nvSpPr>
          <p:cNvPr id="72" name="Google Shape;72;p16">
            <a:extLst xmlns:a="http://schemas.openxmlformats.org/drawingml/2006/main">
              <a:ext uri="{FF2B5EF4-FFF2-40B4-BE49-F238E27FC236}">
                <a16:creationId xmlns:a16="http://schemas.microsoft.com/office/drawing/2014/main" id="{756B87E8-B1C0-4BB4-92CE-2FA792C65304}"/>
              </a:ext>
            </a:extLst>
          </p:cNvPr>
          <p:cNvSpPr>
            <a:spLocks xmlns:a="http://schemas.openxmlformats.org/drawingml/2006/main" noGrp="1"/>
          </p:cNvSpPr>
          <p:nvPr/>
        </p:nvSpPr>
        <p:spPr>
          <a:xfrm xmlns:a="http://schemas.openxmlformats.org/drawingml/2006/main">
            <a:off x="339938" y="3240170"/>
            <a:ext cx="513900" cy="513900"/>
          </a:xfrm>
          <a:prstGeom xmlns:a="http://schemas.openxmlformats.org/drawingml/2006/main" prst="roundRect">
            <a:avLst>
              <a:gd name="adj" fmla="val 50000"/>
            </a:avLst>
          </a:prstGeom>
          <a:gradFill xmlns:a="http://schemas.openxmlformats.org/drawingml/2006/main">
            <a:gsLst>
              <a:gs pos="0">
                <a:srgbClr val="69D6A8">
                  <a:alpha val="49804"/>
                </a:srgbClr>
              </a:gs>
              <a:gs pos="96000">
                <a:srgbClr val="00AAFF"/>
              </a:gs>
              <a:gs pos="100000">
                <a:srgbClr val="00AAFF"/>
              </a:gs>
            </a:gsLst>
            <a:lin ang="2700006" scaled="0"/>
          </a:gradFill>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endParaRPr sz="1400">
              <a:solidFill>
                <a:schemeClr val="lt1"/>
              </a:solidFill>
              <a:latin typeface="Arial"/>
              <a:ea typeface="Arial"/>
              <a:cs typeface="Arial"/>
            </a:endParaRPr>
          </a:p>
        </p:txBody>
      </p:sp>
      <p:sp>
        <p:nvSpPr>
          <p:cNvPr id="73" name="Google Shape;73;p16">
            <a:extLst xmlns:a="http://schemas.openxmlformats.org/drawingml/2006/main">
              <a:ext uri="{FF2B5EF4-FFF2-40B4-BE49-F238E27FC236}">
                <a16:creationId xmlns:a16="http://schemas.microsoft.com/office/drawing/2014/main" id="{EB36D7E5-600C-4FF7-A1FC-FECDF84E620E}"/>
              </a:ext>
            </a:extLst>
          </p:cNvPr>
          <p:cNvSpPr>
            <a:spLocks xmlns:a="http://schemas.openxmlformats.org/drawingml/2006/main" noGrp="1"/>
          </p:cNvSpPr>
          <p:nvPr/>
        </p:nvSpPr>
        <p:spPr>
          <a:xfrm xmlns:a="http://schemas.openxmlformats.org/drawingml/2006/main">
            <a:off x="339938" y="2393960"/>
            <a:ext cx="513900" cy="513900"/>
          </a:xfrm>
          <a:prstGeom xmlns:a="http://schemas.openxmlformats.org/drawingml/2006/main" prst="roundRect">
            <a:avLst>
              <a:gd name="adj" fmla="val 50000"/>
            </a:avLst>
          </a:prstGeom>
          <a:gradFill xmlns:a="http://schemas.openxmlformats.org/drawingml/2006/main">
            <a:gsLst>
              <a:gs pos="0">
                <a:srgbClr val="69D6A8">
                  <a:alpha val="49804"/>
                </a:srgbClr>
              </a:gs>
              <a:gs pos="96000">
                <a:srgbClr val="00AAFF"/>
              </a:gs>
              <a:gs pos="100000">
                <a:srgbClr val="00AAFF"/>
              </a:gs>
            </a:gsLst>
            <a:lin ang="2700006" scaled="0"/>
          </a:gradFill>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endParaRPr sz="1400">
              <a:solidFill>
                <a:schemeClr val="lt1"/>
              </a:solidFill>
              <a:latin typeface="Arial"/>
              <a:ea typeface="Arial"/>
              <a:cs typeface="Arial"/>
            </a:endParaRPr>
          </a:p>
        </p:txBody>
      </p:sp>
      <p:sp>
        <p:nvSpPr>
          <p:cNvPr id="74" name="Google Shape;74;p16">
            <a:extLst xmlns:a="http://schemas.openxmlformats.org/drawingml/2006/main">
              <a:ext uri="{FF2B5EF4-FFF2-40B4-BE49-F238E27FC236}">
                <a16:creationId xmlns:a16="http://schemas.microsoft.com/office/drawing/2014/main" id="{DD3D8485-A2F7-44C4-85E8-7B407A5C6D5A}"/>
              </a:ext>
            </a:extLst>
          </p:cNvPr>
          <p:cNvSpPr>
            <a:spLocks xmlns:a="http://schemas.openxmlformats.org/drawingml/2006/main" noGrp="1"/>
          </p:cNvSpPr>
          <p:nvPr/>
        </p:nvSpPr>
        <p:spPr>
          <a:xfrm xmlns:a="http://schemas.openxmlformats.org/drawingml/2006/main">
            <a:off x="339938" y="1547749"/>
            <a:ext cx="513900" cy="513900"/>
          </a:xfrm>
          <a:prstGeom xmlns:a="http://schemas.openxmlformats.org/drawingml/2006/main" prst="roundRect">
            <a:avLst>
              <a:gd name="adj" fmla="val 50000"/>
            </a:avLst>
          </a:prstGeom>
          <a:gradFill xmlns:a="http://schemas.openxmlformats.org/drawingml/2006/main">
            <a:gsLst>
              <a:gs pos="0">
                <a:srgbClr val="69D6A8">
                  <a:alpha val="49804"/>
                </a:srgbClr>
              </a:gs>
              <a:gs pos="96000">
                <a:srgbClr val="00AAFF"/>
              </a:gs>
              <a:gs pos="100000">
                <a:srgbClr val="00AAFF"/>
              </a:gs>
            </a:gsLst>
            <a:lin ang="2700006" scaled="0"/>
          </a:gradFill>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endParaRPr sz="1400">
              <a:solidFill>
                <a:schemeClr val="lt1"/>
              </a:solidFill>
              <a:latin typeface="Arial"/>
              <a:ea typeface="Arial"/>
              <a:cs typeface="Arial"/>
            </a:endParaRPr>
          </a:p>
        </p:txBody>
      </p:sp>
    </p:spTree>
  </p:cSld>
</p:sldLayout>
</file>

<file path=ppt/slideLayouts/slideLayout16.xml><?xml version="1.0" encoding="utf-8"?>
<p:sldLayout xmlns:p="http://schemas.openxmlformats.org/presentationml/2006/main" matchingName="а">
  <p:cSld name="а">
    <p:spTree>
      <p:nvGrpSpPr>
        <p:cNvPr id="1" name=""/>
        <p:cNvGrpSpPr/>
        <p:nvPr/>
      </p:nvGrpSpPr>
      <p:grpSpPr>
        <a:xfrm xmlns:a="http://schemas.openxmlformats.org/drawingml/2006/main"/>
      </p:grpSpPr>
    </p:spTree>
  </p:cSld>
</p:sldLayout>
</file>

<file path=ppt/slideLayouts/slideLayout17.xml><?xml version="1.0" encoding="utf-8"?>
<p:sldLayout xmlns:p="http://schemas.openxmlformats.org/presentationml/2006/main" matchingName="3_Команда_3">
  <p:cSld name="3_Команда_3">
    <p:spTree>
      <p:nvGrpSpPr>
        <p:cNvPr id="1" name=""/>
        <p:cNvGrpSpPr/>
        <p:nvPr/>
      </p:nvGrpSpPr>
      <p:grpSpPr>
        <a:xfrm xmlns:a="http://schemas.openxmlformats.org/drawingml/2006/main"/>
      </p:grpSpPr>
      <p:pic>
        <p:nvPicPr>
          <p:cNvPr id="92" name="Google Shape;77;p18"/>
          <p:cNvPicPr>
            <a:picLocks xmlns:a="http://schemas.openxmlformats.org/drawingml/2006/main" noChangeAspect="1"/>
          </p:cNvPicPr>
          <p:nvPr/>
        </p:nvPicPr>
        <p:blipFill rotWithShape="1">
          <a:blip xmlns:r="http://schemas.openxmlformats.org/officeDocument/2006/relationships" xmlns:a="http://schemas.openxmlformats.org/drawingml/2006/main" r:embed="Rbd5e0b3a7cf04ccb">
            <a:alphaModFix/>
          </a:blip>
          <a:srcRect xmlns:a="http://schemas.openxmlformats.org/drawingml/2006/main" l="19254" t="2849" r="21704" b="24105"/>
          <a:stretch xmlns:a="http://schemas.openxmlformats.org/drawingml/2006/main"/>
        </p:blipFill>
        <p:spPr>
          <a:xfrm xmlns:a="http://schemas.openxmlformats.org/drawingml/2006/main">
            <a:off x="1" y="0"/>
            <a:ext cx="9144000" cy="5143498"/>
          </a:xfrm>
          <a:prstGeom xmlns:a="http://schemas.openxmlformats.org/drawingml/2006/main" prst="rect">
            <a:avLst/>
          </a:prstGeom>
          <a:ln xmlns:a="http://schemas.openxmlformats.org/drawingml/2006/main">
            <a:noFill/>
          </a:ln>
        </p:spPr>
      </p:pic>
      <p:sp>
        <p:nvSpPr>
          <p:cNvPr id="78" name="Google Shape;78;p18">
            <a:extLst xmlns:a="http://schemas.openxmlformats.org/drawingml/2006/main">
              <a:ext uri="{FF2B5EF4-FFF2-40B4-BE49-F238E27FC236}">
                <a16:creationId xmlns:a16="http://schemas.microsoft.com/office/drawing/2014/main" id="{B16D8B21-8077-4130-9CDE-B17FE7355DAE}"/>
              </a:ext>
            </a:extLst>
          </p:cNvPr>
          <p:cNvSpPr>
            <a:spLocks xmlns:a="http://schemas.openxmlformats.org/drawingml/2006/main" noGrp="1"/>
          </p:cNvSpPr>
          <p:nvPr/>
        </p:nvSpPr>
        <p:spPr>
          <a:xfrm xmlns:a="http://schemas.openxmlformats.org/drawingml/2006/main">
            <a:off x="935496" y="1409691"/>
            <a:ext cx="2014800" cy="20148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79" name="Google Shape;79;p18">
            <a:extLst xmlns:a="http://schemas.openxmlformats.org/drawingml/2006/main">
              <a:ext uri="{FF2B5EF4-FFF2-40B4-BE49-F238E27FC236}">
                <a16:creationId xmlns:a16="http://schemas.microsoft.com/office/drawing/2014/main" id="{AED424DF-CC02-486B-BE3A-D42DEC1EAD29}"/>
              </a:ext>
            </a:extLst>
          </p:cNvPr>
          <p:cNvSpPr>
            <a:spLocks xmlns:a="http://schemas.openxmlformats.org/drawingml/2006/main" noGrp="1"/>
          </p:cNvSpPr>
          <p:nvPr/>
        </p:nvSpPr>
        <p:spPr>
          <a:xfrm xmlns:a="http://schemas.openxmlformats.org/drawingml/2006/main">
            <a:off x="3532609" y="1409691"/>
            <a:ext cx="2014800" cy="20148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80" name="Google Shape;80;p18">
            <a:extLst xmlns:a="http://schemas.openxmlformats.org/drawingml/2006/main">
              <a:ext uri="{FF2B5EF4-FFF2-40B4-BE49-F238E27FC236}">
                <a16:creationId xmlns:a16="http://schemas.microsoft.com/office/drawing/2014/main" id="{D4B1BE65-62C8-4684-90DF-CF5686A14A6E}"/>
              </a:ext>
            </a:extLst>
          </p:cNvPr>
          <p:cNvSpPr>
            <a:spLocks xmlns:a="http://schemas.openxmlformats.org/drawingml/2006/main" noGrp="1"/>
          </p:cNvSpPr>
          <p:nvPr/>
        </p:nvSpPr>
        <p:spPr>
          <a:xfrm xmlns:a="http://schemas.openxmlformats.org/drawingml/2006/main">
            <a:off x="6129721" y="1409691"/>
            <a:ext cx="2014800" cy="20148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81" name="Google Shape;81;p18">
            <a:extLst xmlns:a="http://schemas.openxmlformats.org/drawingml/2006/main">
              <a:ext uri="{FF2B5EF4-FFF2-40B4-BE49-F238E27FC236}">
                <a16:creationId xmlns:a16="http://schemas.microsoft.com/office/drawing/2014/main" id="{B233EEB2-E08A-4593-8AF0-4D4D56C0DC41}"/>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82" name="Google Shape;82;p18">
            <a:extLst xmlns:a="http://schemas.openxmlformats.org/drawingml/2006/main">
              <a:ext uri="{FF2B5EF4-FFF2-40B4-BE49-F238E27FC236}">
                <a16:creationId xmlns:a16="http://schemas.microsoft.com/office/drawing/2014/main" id="{360ED4EF-E843-4F99-881F-A4E84E49A359}"/>
              </a:ext>
            </a:extLst>
          </p:cNvPr>
          <p:cNvSpPr>
            <a:spLocks xmlns:a="http://schemas.openxmlformats.org/drawingml/2006/main" noGrp="1"/>
          </p:cNvSpPr>
          <p:nvPr>
            <p:ph type="body" idx="1"/>
          </p:nvPr>
        </p:nvSpPr>
        <p:spPr>
          <a:xfrm xmlns:a="http://schemas.openxmlformats.org/drawingml/2006/main">
            <a:off x="5916030" y="3795215"/>
            <a:ext cx="22137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900"/>
              <a:buNone/>
              <a:defRPr sz="9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83" name="Google Shape;83;p18">
            <a:extLst xmlns:a="http://schemas.openxmlformats.org/drawingml/2006/main">
              <a:ext uri="{FF2B5EF4-FFF2-40B4-BE49-F238E27FC236}">
                <a16:creationId xmlns:a16="http://schemas.microsoft.com/office/drawing/2014/main" id="{D577D269-17AA-4D16-9C83-5FB848621551}"/>
              </a:ext>
            </a:extLst>
          </p:cNvPr>
          <p:cNvSpPr>
            <a:spLocks xmlns:a="http://schemas.openxmlformats.org/drawingml/2006/main" noGrp="1"/>
          </p:cNvSpPr>
          <p:nvPr>
            <p:ph type="body" idx="2"/>
          </p:nvPr>
        </p:nvSpPr>
        <p:spPr>
          <a:xfrm xmlns:a="http://schemas.openxmlformats.org/drawingml/2006/main">
            <a:off x="5970500" y="3626168"/>
            <a:ext cx="21048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900"/>
              <a:buNone/>
              <a:defRPr sz="9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84" name="Google Shape;84;p18">
            <a:extLst xmlns:a="http://schemas.openxmlformats.org/drawingml/2006/main">
              <a:ext uri="{FF2B5EF4-FFF2-40B4-BE49-F238E27FC236}">
                <a16:creationId xmlns:a16="http://schemas.microsoft.com/office/drawing/2014/main" id="{775C38D2-1797-466C-856A-3505611C5670}"/>
              </a:ext>
            </a:extLst>
          </p:cNvPr>
          <p:cNvSpPr>
            <a:spLocks xmlns:a="http://schemas.openxmlformats.org/drawingml/2006/main" noGrp="1"/>
          </p:cNvSpPr>
          <p:nvPr>
            <p:ph type="body" idx="3"/>
          </p:nvPr>
        </p:nvSpPr>
        <p:spPr>
          <a:xfrm xmlns:a="http://schemas.openxmlformats.org/drawingml/2006/main">
            <a:off x="3312134" y="3795215"/>
            <a:ext cx="22137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900"/>
              <a:buNone/>
              <a:defRPr sz="9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85" name="Google Shape;85;p18">
            <a:extLst xmlns:a="http://schemas.openxmlformats.org/drawingml/2006/main">
              <a:ext uri="{FF2B5EF4-FFF2-40B4-BE49-F238E27FC236}">
                <a16:creationId xmlns:a16="http://schemas.microsoft.com/office/drawing/2014/main" id="{51EB05D1-63BF-4632-99B3-ED3DE927E80F}"/>
              </a:ext>
            </a:extLst>
          </p:cNvPr>
          <p:cNvSpPr>
            <a:spLocks xmlns:a="http://schemas.openxmlformats.org/drawingml/2006/main" noGrp="1"/>
          </p:cNvSpPr>
          <p:nvPr>
            <p:ph type="body" idx="4"/>
          </p:nvPr>
        </p:nvSpPr>
        <p:spPr>
          <a:xfrm xmlns:a="http://schemas.openxmlformats.org/drawingml/2006/main">
            <a:off x="3366604" y="3626168"/>
            <a:ext cx="21048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900"/>
              <a:buNone/>
              <a:defRPr sz="9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86" name="Google Shape;86;p18">
            <a:extLst xmlns:a="http://schemas.openxmlformats.org/drawingml/2006/main">
              <a:ext uri="{FF2B5EF4-FFF2-40B4-BE49-F238E27FC236}">
                <a16:creationId xmlns:a16="http://schemas.microsoft.com/office/drawing/2014/main" id="{719BC883-9C20-4D79-AF93-33682CCB2623}"/>
              </a:ext>
            </a:extLst>
          </p:cNvPr>
          <p:cNvSpPr>
            <a:spLocks xmlns:a="http://schemas.openxmlformats.org/drawingml/2006/main" noGrp="1"/>
          </p:cNvSpPr>
          <p:nvPr>
            <p:ph type="body" idx="5"/>
          </p:nvPr>
        </p:nvSpPr>
        <p:spPr>
          <a:xfrm xmlns:a="http://schemas.openxmlformats.org/drawingml/2006/main">
            <a:off x="740383" y="3795215"/>
            <a:ext cx="22137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900"/>
              <a:buNone/>
              <a:defRPr sz="9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87" name="Google Shape;87;p18">
            <a:extLst xmlns:a="http://schemas.openxmlformats.org/drawingml/2006/main">
              <a:ext uri="{FF2B5EF4-FFF2-40B4-BE49-F238E27FC236}">
                <a16:creationId xmlns:a16="http://schemas.microsoft.com/office/drawing/2014/main" id="{FCC15A05-B33B-4BBF-A2FB-B7BE467B0097}"/>
              </a:ext>
            </a:extLst>
          </p:cNvPr>
          <p:cNvSpPr>
            <a:spLocks xmlns:a="http://schemas.openxmlformats.org/drawingml/2006/main" noGrp="1"/>
          </p:cNvSpPr>
          <p:nvPr>
            <p:ph type="body" idx="6"/>
          </p:nvPr>
        </p:nvSpPr>
        <p:spPr>
          <a:xfrm xmlns:a="http://schemas.openxmlformats.org/drawingml/2006/main">
            <a:off x="794854" y="3626168"/>
            <a:ext cx="21048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900"/>
              <a:buNone/>
              <a:defRPr sz="9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88" name="Google Shape;88;p18">
            <a:extLst xmlns:a="http://schemas.openxmlformats.org/drawingml/2006/main">
              <a:ext uri="{FF2B5EF4-FFF2-40B4-BE49-F238E27FC236}">
                <a16:creationId xmlns:a16="http://schemas.microsoft.com/office/drawing/2014/main" id="{FBB5E377-2257-424E-9148-6511A9B448D1}"/>
              </a:ext>
            </a:extLst>
          </p:cNvPr>
          <p:cNvSpPr>
            <a:spLocks xmlns:a="http://schemas.openxmlformats.org/drawingml/2006/main" noGrp="1"/>
          </p:cNvSpPr>
          <p:nvPr>
            <p:ph type="pic" idx="7"/>
          </p:nvPr>
        </p:nvSpPr>
        <p:spPr>
          <a:xfrm xmlns:a="http://schemas.openxmlformats.org/drawingml/2006/main">
            <a:off x="898607" y="1502660"/>
            <a:ext cx="1897200" cy="1884300"/>
          </a:xfrm>
          <a:prstGeom xmlns:a="http://schemas.openxmlformats.org/drawingml/2006/main" prst="rect">
            <a:avLst/>
          </a:prstGeom>
          <a:noFill xmlns:a="http://schemas.openxmlformats.org/drawingml/2006/main"/>
          <a:ln xmlns:a="http://schemas.openxmlformats.org/drawingml/2006/main">
            <a:noFill/>
          </a:ln>
        </p:spPr>
      </p:sp>
      <p:sp>
        <p:nvSpPr>
          <p:cNvPr id="89" name="Google Shape;89;p18">
            <a:extLst xmlns:a="http://schemas.openxmlformats.org/drawingml/2006/main">
              <a:ext uri="{FF2B5EF4-FFF2-40B4-BE49-F238E27FC236}">
                <a16:creationId xmlns:a16="http://schemas.microsoft.com/office/drawing/2014/main" id="{308F1B0C-3676-4A1C-A5DF-021171DA54F9}"/>
              </a:ext>
            </a:extLst>
          </p:cNvPr>
          <p:cNvSpPr>
            <a:spLocks xmlns:a="http://schemas.openxmlformats.org/drawingml/2006/main" noGrp="1"/>
          </p:cNvSpPr>
          <p:nvPr>
            <p:ph type="pic" idx="8"/>
          </p:nvPr>
        </p:nvSpPr>
        <p:spPr>
          <a:xfrm xmlns:a="http://schemas.openxmlformats.org/drawingml/2006/main">
            <a:off x="3486430" y="1502660"/>
            <a:ext cx="1897200" cy="1884300"/>
          </a:xfrm>
          <a:prstGeom xmlns:a="http://schemas.openxmlformats.org/drawingml/2006/main" prst="rect">
            <a:avLst/>
          </a:prstGeom>
          <a:noFill xmlns:a="http://schemas.openxmlformats.org/drawingml/2006/main"/>
          <a:ln xmlns:a="http://schemas.openxmlformats.org/drawingml/2006/main">
            <a:noFill/>
          </a:ln>
        </p:spPr>
      </p:sp>
      <p:sp>
        <p:nvSpPr>
          <p:cNvPr id="90" name="Google Shape;90;p18">
            <a:extLst xmlns:a="http://schemas.openxmlformats.org/drawingml/2006/main">
              <a:ext uri="{FF2B5EF4-FFF2-40B4-BE49-F238E27FC236}">
                <a16:creationId xmlns:a16="http://schemas.microsoft.com/office/drawing/2014/main" id="{2649783B-4FC0-4374-8934-B67AC77E1788}"/>
              </a:ext>
            </a:extLst>
          </p:cNvPr>
          <p:cNvSpPr>
            <a:spLocks xmlns:a="http://schemas.openxmlformats.org/drawingml/2006/main" noGrp="1"/>
          </p:cNvSpPr>
          <p:nvPr>
            <p:ph type="pic" idx="9"/>
          </p:nvPr>
        </p:nvSpPr>
        <p:spPr>
          <a:xfrm xmlns:a="http://schemas.openxmlformats.org/drawingml/2006/main">
            <a:off x="6074253" y="1502660"/>
            <a:ext cx="1897200" cy="1884300"/>
          </a:xfrm>
          <a:prstGeom xmlns:a="http://schemas.openxmlformats.org/drawingml/2006/main" prst="rect">
            <a:avLst/>
          </a:prstGeom>
          <a:noFill xmlns:a="http://schemas.openxmlformats.org/drawingml/2006/main"/>
          <a:ln xmlns:a="http://schemas.openxmlformats.org/drawingml/2006/main">
            <a:noFill/>
          </a:ln>
        </p:spPr>
      </p:sp>
    </p:spTree>
  </p:cSld>
</p:sldLayout>
</file>

<file path=ppt/slideLayouts/slideLayout18.xml><?xml version="1.0" encoding="utf-8"?>
<p:sldLayout xmlns:p="http://schemas.openxmlformats.org/presentationml/2006/main" matchingName="3_Команда_5">
  <p:cSld name="3_Команда_5">
    <p:spTree>
      <p:nvGrpSpPr>
        <p:cNvPr id="1" name=""/>
        <p:cNvGrpSpPr/>
        <p:nvPr/>
      </p:nvGrpSpPr>
      <p:grpSpPr>
        <a:xfrm xmlns:a="http://schemas.openxmlformats.org/drawingml/2006/main"/>
      </p:grpSpPr>
      <p:pic>
        <p:nvPicPr>
          <p:cNvPr id="115" name="Google Shape;92;p19"/>
          <p:cNvPicPr>
            <a:picLocks xmlns:a="http://schemas.openxmlformats.org/drawingml/2006/main" noChangeAspect="1"/>
          </p:cNvPicPr>
          <p:nvPr/>
        </p:nvPicPr>
        <p:blipFill rotWithShape="1">
          <a:blip xmlns:r="http://schemas.openxmlformats.org/officeDocument/2006/relationships" xmlns:a="http://schemas.openxmlformats.org/drawingml/2006/main" r:embed="R3c1f3d8a41984c3f">
            <a:alphaModFix/>
          </a:blip>
          <a:srcRect xmlns:a="http://schemas.openxmlformats.org/drawingml/2006/main" l="19254" t="2849" r="21704" b="24105"/>
          <a:stretch xmlns:a="http://schemas.openxmlformats.org/drawingml/2006/main"/>
        </p:blipFill>
        <p:spPr>
          <a:xfrm xmlns:a="http://schemas.openxmlformats.org/drawingml/2006/main">
            <a:off x="1" y="0"/>
            <a:ext cx="9144000" cy="5143498"/>
          </a:xfrm>
          <a:prstGeom xmlns:a="http://schemas.openxmlformats.org/drawingml/2006/main" prst="rect">
            <a:avLst/>
          </a:prstGeom>
          <a:ln xmlns:a="http://schemas.openxmlformats.org/drawingml/2006/main">
            <a:noFill/>
          </a:ln>
        </p:spPr>
      </p:pic>
      <p:sp>
        <p:nvSpPr>
          <p:cNvPr id="93" name="Google Shape;93;p19">
            <a:extLst xmlns:a="http://schemas.openxmlformats.org/drawingml/2006/main">
              <a:ext uri="{FF2B5EF4-FFF2-40B4-BE49-F238E27FC236}">
                <a16:creationId xmlns:a16="http://schemas.microsoft.com/office/drawing/2014/main" id="{38423223-65E4-45D7-B664-68E884A8BAA6}"/>
              </a:ext>
            </a:extLst>
          </p:cNvPr>
          <p:cNvSpPr>
            <a:spLocks xmlns:a="http://schemas.openxmlformats.org/drawingml/2006/main" noGrp="1"/>
          </p:cNvSpPr>
          <p:nvPr>
            <p:ph type="body" idx="1"/>
          </p:nvPr>
        </p:nvSpPr>
        <p:spPr>
          <a:xfrm xmlns:a="http://schemas.openxmlformats.org/drawingml/2006/main">
            <a:off x="581747" y="3345035"/>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94" name="Google Shape;94;p19">
            <a:extLst xmlns:a="http://schemas.openxmlformats.org/drawingml/2006/main">
              <a:ext uri="{FF2B5EF4-FFF2-40B4-BE49-F238E27FC236}">
                <a16:creationId xmlns:a16="http://schemas.microsoft.com/office/drawing/2014/main" id="{821D11A8-6D1E-46A5-9E74-C4D5C99A19B8}"/>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95" name="Google Shape;95;p19">
            <a:extLst xmlns:a="http://schemas.openxmlformats.org/drawingml/2006/main">
              <a:ext uri="{FF2B5EF4-FFF2-40B4-BE49-F238E27FC236}">
                <a16:creationId xmlns:a16="http://schemas.microsoft.com/office/drawing/2014/main" id="{5C31EE28-9D21-47C2-97D6-C178FE777F20}"/>
              </a:ext>
            </a:extLst>
          </p:cNvPr>
          <p:cNvSpPr>
            <a:spLocks xmlns:a="http://schemas.openxmlformats.org/drawingml/2006/main" noGrp="1"/>
          </p:cNvSpPr>
          <p:nvPr/>
        </p:nvSpPr>
        <p:spPr>
          <a:xfrm xmlns:a="http://schemas.openxmlformats.org/drawingml/2006/main">
            <a:off x="894348" y="2021497"/>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96" name="Google Shape;96;p19">
            <a:extLst xmlns:a="http://schemas.openxmlformats.org/drawingml/2006/main">
              <a:ext uri="{FF2B5EF4-FFF2-40B4-BE49-F238E27FC236}">
                <a16:creationId xmlns:a16="http://schemas.microsoft.com/office/drawing/2014/main" id="{C4FC5195-9CAD-4B12-AB63-B7FC48C356DD}"/>
              </a:ext>
            </a:extLst>
          </p:cNvPr>
          <p:cNvSpPr>
            <a:spLocks xmlns:a="http://schemas.openxmlformats.org/drawingml/2006/main" noGrp="1"/>
          </p:cNvSpPr>
          <p:nvPr/>
        </p:nvSpPr>
        <p:spPr>
          <a:xfrm xmlns:a="http://schemas.openxmlformats.org/drawingml/2006/main">
            <a:off x="2486539" y="2021497"/>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97" name="Google Shape;97;p19">
            <a:extLst xmlns:a="http://schemas.openxmlformats.org/drawingml/2006/main">
              <a:ext uri="{FF2B5EF4-FFF2-40B4-BE49-F238E27FC236}">
                <a16:creationId xmlns:a16="http://schemas.microsoft.com/office/drawing/2014/main" id="{51A6DA0D-8A26-4653-8C38-213223F41001}"/>
              </a:ext>
            </a:extLst>
          </p:cNvPr>
          <p:cNvSpPr>
            <a:spLocks xmlns:a="http://schemas.openxmlformats.org/drawingml/2006/main" noGrp="1"/>
          </p:cNvSpPr>
          <p:nvPr/>
        </p:nvSpPr>
        <p:spPr>
          <a:xfrm xmlns:a="http://schemas.openxmlformats.org/drawingml/2006/main">
            <a:off x="4078730" y="2021497"/>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98" name="Google Shape;98;p19">
            <a:extLst xmlns:a="http://schemas.openxmlformats.org/drawingml/2006/main">
              <a:ext uri="{FF2B5EF4-FFF2-40B4-BE49-F238E27FC236}">
                <a16:creationId xmlns:a16="http://schemas.microsoft.com/office/drawing/2014/main" id="{38413405-08DE-42B8-9A83-27950FCF0649}"/>
              </a:ext>
            </a:extLst>
          </p:cNvPr>
          <p:cNvSpPr>
            <a:spLocks xmlns:a="http://schemas.openxmlformats.org/drawingml/2006/main" noGrp="1"/>
          </p:cNvSpPr>
          <p:nvPr/>
        </p:nvSpPr>
        <p:spPr>
          <a:xfrm xmlns:a="http://schemas.openxmlformats.org/drawingml/2006/main">
            <a:off x="5670922" y="2021497"/>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99" name="Google Shape;99;p19">
            <a:extLst xmlns:a="http://schemas.openxmlformats.org/drawingml/2006/main">
              <a:ext uri="{FF2B5EF4-FFF2-40B4-BE49-F238E27FC236}">
                <a16:creationId xmlns:a16="http://schemas.microsoft.com/office/drawing/2014/main" id="{9F3942A7-A0CC-4929-9773-9CE79952DB40}"/>
              </a:ext>
            </a:extLst>
          </p:cNvPr>
          <p:cNvSpPr>
            <a:spLocks xmlns:a="http://schemas.openxmlformats.org/drawingml/2006/main" noGrp="1"/>
          </p:cNvSpPr>
          <p:nvPr/>
        </p:nvSpPr>
        <p:spPr>
          <a:xfrm xmlns:a="http://schemas.openxmlformats.org/drawingml/2006/main">
            <a:off x="7263113" y="2021497"/>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00" name="Google Shape;100;p19">
            <a:extLst xmlns:a="http://schemas.openxmlformats.org/drawingml/2006/main">
              <a:ext uri="{FF2B5EF4-FFF2-40B4-BE49-F238E27FC236}">
                <a16:creationId xmlns:a16="http://schemas.microsoft.com/office/drawing/2014/main" id="{D182D33D-F2F8-4F3E-99BB-F112F2077617}"/>
              </a:ext>
            </a:extLst>
          </p:cNvPr>
          <p:cNvSpPr>
            <a:spLocks xmlns:a="http://schemas.openxmlformats.org/drawingml/2006/main" noGrp="1"/>
          </p:cNvSpPr>
          <p:nvPr>
            <p:ph type="body" idx="2"/>
          </p:nvPr>
        </p:nvSpPr>
        <p:spPr>
          <a:xfrm xmlns:a="http://schemas.openxmlformats.org/drawingml/2006/main">
            <a:off x="618950" y="3232891"/>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1" name="Google Shape;101;p19">
            <a:extLst xmlns:a="http://schemas.openxmlformats.org/drawingml/2006/main">
              <a:ext uri="{FF2B5EF4-FFF2-40B4-BE49-F238E27FC236}">
                <a16:creationId xmlns:a16="http://schemas.microsoft.com/office/drawing/2014/main" id="{1690A699-7382-44E1-A288-20A2639EA80B}"/>
              </a:ext>
            </a:extLst>
          </p:cNvPr>
          <p:cNvSpPr>
            <a:spLocks xmlns:a="http://schemas.openxmlformats.org/drawingml/2006/main" noGrp="1"/>
          </p:cNvSpPr>
          <p:nvPr>
            <p:ph type="body" idx="3"/>
          </p:nvPr>
        </p:nvSpPr>
        <p:spPr>
          <a:xfrm xmlns:a="http://schemas.openxmlformats.org/drawingml/2006/main">
            <a:off x="2173937" y="3345035"/>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2" name="Google Shape;102;p19">
            <a:extLst xmlns:a="http://schemas.openxmlformats.org/drawingml/2006/main">
              <a:ext uri="{FF2B5EF4-FFF2-40B4-BE49-F238E27FC236}">
                <a16:creationId xmlns:a16="http://schemas.microsoft.com/office/drawing/2014/main" id="{4655771A-5B6B-4ED8-B3DB-BC785356A4A3}"/>
              </a:ext>
            </a:extLst>
          </p:cNvPr>
          <p:cNvSpPr>
            <a:spLocks xmlns:a="http://schemas.openxmlformats.org/drawingml/2006/main" noGrp="1"/>
          </p:cNvSpPr>
          <p:nvPr>
            <p:ph type="body" idx="4"/>
          </p:nvPr>
        </p:nvSpPr>
        <p:spPr>
          <a:xfrm xmlns:a="http://schemas.openxmlformats.org/drawingml/2006/main">
            <a:off x="2211141" y="3232891"/>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3" name="Google Shape;103;p19">
            <a:extLst xmlns:a="http://schemas.openxmlformats.org/drawingml/2006/main">
              <a:ext uri="{FF2B5EF4-FFF2-40B4-BE49-F238E27FC236}">
                <a16:creationId xmlns:a16="http://schemas.microsoft.com/office/drawing/2014/main" id="{70B6691A-2270-4DEA-8C44-CAA614DB3239}"/>
              </a:ext>
            </a:extLst>
          </p:cNvPr>
          <p:cNvSpPr>
            <a:spLocks xmlns:a="http://schemas.openxmlformats.org/drawingml/2006/main" noGrp="1"/>
          </p:cNvSpPr>
          <p:nvPr>
            <p:ph type="body" idx="5"/>
          </p:nvPr>
        </p:nvSpPr>
        <p:spPr>
          <a:xfrm xmlns:a="http://schemas.openxmlformats.org/drawingml/2006/main">
            <a:off x="3769001" y="3345035"/>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4" name="Google Shape;104;p19">
            <a:extLst xmlns:a="http://schemas.openxmlformats.org/drawingml/2006/main">
              <a:ext uri="{FF2B5EF4-FFF2-40B4-BE49-F238E27FC236}">
                <a16:creationId xmlns:a16="http://schemas.microsoft.com/office/drawing/2014/main" id="{244AB13D-BB6E-493B-A96E-20F72D210AAF}"/>
              </a:ext>
            </a:extLst>
          </p:cNvPr>
          <p:cNvSpPr>
            <a:spLocks xmlns:a="http://schemas.openxmlformats.org/drawingml/2006/main" noGrp="1"/>
          </p:cNvSpPr>
          <p:nvPr>
            <p:ph type="body" idx="6"/>
          </p:nvPr>
        </p:nvSpPr>
        <p:spPr>
          <a:xfrm xmlns:a="http://schemas.openxmlformats.org/drawingml/2006/main">
            <a:off x="3806204" y="3232891"/>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5" name="Google Shape;105;p19">
            <a:extLst xmlns:a="http://schemas.openxmlformats.org/drawingml/2006/main">
              <a:ext uri="{FF2B5EF4-FFF2-40B4-BE49-F238E27FC236}">
                <a16:creationId xmlns:a16="http://schemas.microsoft.com/office/drawing/2014/main" id="{A00BA257-B8C5-4E43-8533-7526E30A9892}"/>
              </a:ext>
            </a:extLst>
          </p:cNvPr>
          <p:cNvSpPr>
            <a:spLocks xmlns:a="http://schemas.openxmlformats.org/drawingml/2006/main" noGrp="1"/>
          </p:cNvSpPr>
          <p:nvPr>
            <p:ph type="body" idx="7"/>
          </p:nvPr>
        </p:nvSpPr>
        <p:spPr>
          <a:xfrm xmlns:a="http://schemas.openxmlformats.org/drawingml/2006/main">
            <a:off x="5358320" y="3345035"/>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6" name="Google Shape;106;p19">
            <a:extLst xmlns:a="http://schemas.openxmlformats.org/drawingml/2006/main">
              <a:ext uri="{FF2B5EF4-FFF2-40B4-BE49-F238E27FC236}">
                <a16:creationId xmlns:a16="http://schemas.microsoft.com/office/drawing/2014/main" id="{24EEE9C4-0C59-495C-A11A-28BA87398305}"/>
              </a:ext>
            </a:extLst>
          </p:cNvPr>
          <p:cNvSpPr>
            <a:spLocks xmlns:a="http://schemas.openxmlformats.org/drawingml/2006/main" noGrp="1"/>
          </p:cNvSpPr>
          <p:nvPr>
            <p:ph type="body" idx="8"/>
          </p:nvPr>
        </p:nvSpPr>
        <p:spPr>
          <a:xfrm xmlns:a="http://schemas.openxmlformats.org/drawingml/2006/main">
            <a:off x="5395524" y="3232891"/>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7" name="Google Shape;107;p19">
            <a:extLst xmlns:a="http://schemas.openxmlformats.org/drawingml/2006/main">
              <a:ext uri="{FF2B5EF4-FFF2-40B4-BE49-F238E27FC236}">
                <a16:creationId xmlns:a16="http://schemas.microsoft.com/office/drawing/2014/main" id="{74DDC05C-C1EA-4757-AD23-63308A6A4B7D}"/>
              </a:ext>
            </a:extLst>
          </p:cNvPr>
          <p:cNvSpPr>
            <a:spLocks xmlns:a="http://schemas.openxmlformats.org/drawingml/2006/main" noGrp="1"/>
          </p:cNvSpPr>
          <p:nvPr>
            <p:ph type="body" idx="9"/>
          </p:nvPr>
        </p:nvSpPr>
        <p:spPr>
          <a:xfrm xmlns:a="http://schemas.openxmlformats.org/drawingml/2006/main">
            <a:off x="6950511" y="3345035"/>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8" name="Google Shape;108;p19">
            <a:extLst xmlns:a="http://schemas.openxmlformats.org/drawingml/2006/main">
              <a:ext uri="{FF2B5EF4-FFF2-40B4-BE49-F238E27FC236}">
                <a16:creationId xmlns:a16="http://schemas.microsoft.com/office/drawing/2014/main" id="{B90AD724-D064-4A08-81A0-35F346769C61}"/>
              </a:ext>
            </a:extLst>
          </p:cNvPr>
          <p:cNvSpPr>
            <a:spLocks xmlns:a="http://schemas.openxmlformats.org/drawingml/2006/main" noGrp="1"/>
          </p:cNvSpPr>
          <p:nvPr>
            <p:ph type="body" idx="13"/>
          </p:nvPr>
        </p:nvSpPr>
        <p:spPr>
          <a:xfrm xmlns:a="http://schemas.openxmlformats.org/drawingml/2006/main">
            <a:off x="6987715" y="3232891"/>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09" name="Google Shape;109;p19">
            <a:extLst xmlns:a="http://schemas.openxmlformats.org/drawingml/2006/main">
              <a:ext uri="{FF2B5EF4-FFF2-40B4-BE49-F238E27FC236}">
                <a16:creationId xmlns:a16="http://schemas.microsoft.com/office/drawing/2014/main" id="{FACB4B00-D651-4489-818E-15D3C284D35D}"/>
              </a:ext>
            </a:extLst>
          </p:cNvPr>
          <p:cNvSpPr>
            <a:spLocks xmlns:a="http://schemas.openxmlformats.org/drawingml/2006/main" noGrp="1"/>
          </p:cNvSpPr>
          <p:nvPr>
            <p:ph type="pic" idx="14"/>
          </p:nvPr>
        </p:nvSpPr>
        <p:spPr>
          <a:xfrm xmlns:a="http://schemas.openxmlformats.org/drawingml/2006/main">
            <a:off x="2418260" y="2081123"/>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10" name="Google Shape;110;p19">
            <a:extLst xmlns:a="http://schemas.openxmlformats.org/drawingml/2006/main">
              <a:ext uri="{FF2B5EF4-FFF2-40B4-BE49-F238E27FC236}">
                <a16:creationId xmlns:a16="http://schemas.microsoft.com/office/drawing/2014/main" id="{416491BF-4DDE-42F2-A584-8509C13B62AD}"/>
              </a:ext>
            </a:extLst>
          </p:cNvPr>
          <p:cNvSpPr>
            <a:spLocks xmlns:a="http://schemas.openxmlformats.org/drawingml/2006/main" noGrp="1"/>
          </p:cNvSpPr>
          <p:nvPr>
            <p:ph type="pic" idx="15"/>
          </p:nvPr>
        </p:nvSpPr>
        <p:spPr>
          <a:xfrm xmlns:a="http://schemas.openxmlformats.org/drawingml/2006/main">
            <a:off x="4009471" y="2081123"/>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11" name="Google Shape;111;p19">
            <a:extLst xmlns:a="http://schemas.openxmlformats.org/drawingml/2006/main">
              <a:ext uri="{FF2B5EF4-FFF2-40B4-BE49-F238E27FC236}">
                <a16:creationId xmlns:a16="http://schemas.microsoft.com/office/drawing/2014/main" id="{6C593A36-4431-4B9D-9324-C042D372E765}"/>
              </a:ext>
            </a:extLst>
          </p:cNvPr>
          <p:cNvSpPr>
            <a:spLocks xmlns:a="http://schemas.openxmlformats.org/drawingml/2006/main" noGrp="1"/>
          </p:cNvSpPr>
          <p:nvPr>
            <p:ph type="pic" idx="16"/>
          </p:nvPr>
        </p:nvSpPr>
        <p:spPr>
          <a:xfrm xmlns:a="http://schemas.openxmlformats.org/drawingml/2006/main">
            <a:off x="5600681" y="2081123"/>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12" name="Google Shape;112;p19">
            <a:extLst xmlns:a="http://schemas.openxmlformats.org/drawingml/2006/main">
              <a:ext uri="{FF2B5EF4-FFF2-40B4-BE49-F238E27FC236}">
                <a16:creationId xmlns:a16="http://schemas.microsoft.com/office/drawing/2014/main" id="{E21701E2-9F28-4B00-A8ED-FC8D9A95AADD}"/>
              </a:ext>
            </a:extLst>
          </p:cNvPr>
          <p:cNvSpPr>
            <a:spLocks xmlns:a="http://schemas.openxmlformats.org/drawingml/2006/main" noGrp="1"/>
          </p:cNvSpPr>
          <p:nvPr>
            <p:ph type="pic" idx="17"/>
          </p:nvPr>
        </p:nvSpPr>
        <p:spPr>
          <a:xfrm xmlns:a="http://schemas.openxmlformats.org/drawingml/2006/main">
            <a:off x="7191892" y="2081123"/>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13" name="Google Shape;113;p19">
            <a:extLst xmlns:a="http://schemas.openxmlformats.org/drawingml/2006/main">
              <a:ext uri="{FF2B5EF4-FFF2-40B4-BE49-F238E27FC236}">
                <a16:creationId xmlns:a16="http://schemas.microsoft.com/office/drawing/2014/main" id="{02D09576-9582-4EF7-9540-39CF5685D1F8}"/>
              </a:ext>
            </a:extLst>
          </p:cNvPr>
          <p:cNvSpPr>
            <a:spLocks xmlns:a="http://schemas.openxmlformats.org/drawingml/2006/main" noGrp="1"/>
          </p:cNvSpPr>
          <p:nvPr>
            <p:ph type="pic" idx="18"/>
          </p:nvPr>
        </p:nvSpPr>
        <p:spPr>
          <a:xfrm xmlns:a="http://schemas.openxmlformats.org/drawingml/2006/main">
            <a:off x="827050" y="2081123"/>
            <a:ext cx="1040100" cy="1032900"/>
          </a:xfrm>
          <a:prstGeom xmlns:a="http://schemas.openxmlformats.org/drawingml/2006/main" prst="rect">
            <a:avLst/>
          </a:prstGeom>
          <a:noFill xmlns:a="http://schemas.openxmlformats.org/drawingml/2006/main"/>
          <a:ln xmlns:a="http://schemas.openxmlformats.org/drawingml/2006/main">
            <a:noFill/>
          </a:ln>
        </p:spPr>
      </p:sp>
    </p:spTree>
  </p:cSld>
</p:sldLayout>
</file>

<file path=ppt/slideLayouts/slideLayout19.xml><?xml version="1.0" encoding="utf-8"?>
<p:sldLayout xmlns:p="http://schemas.openxmlformats.org/presentationml/2006/main" matchingName="3_Команда_10">
  <p:cSld name="3_Команда_10">
    <p:spTree>
      <p:nvGrpSpPr>
        <p:cNvPr id="1" name=""/>
        <p:cNvGrpSpPr/>
        <p:nvPr/>
      </p:nvGrpSpPr>
      <p:grpSpPr>
        <a:xfrm xmlns:a="http://schemas.openxmlformats.org/drawingml/2006/main"/>
      </p:grpSpPr>
      <p:pic>
        <p:nvPicPr>
          <p:cNvPr id="163" name="Google Shape;115;p20"/>
          <p:cNvPicPr>
            <a:picLocks xmlns:a="http://schemas.openxmlformats.org/drawingml/2006/main" noChangeAspect="1"/>
          </p:cNvPicPr>
          <p:nvPr/>
        </p:nvPicPr>
        <p:blipFill rotWithShape="1">
          <a:blip xmlns:r="http://schemas.openxmlformats.org/officeDocument/2006/relationships" xmlns:a="http://schemas.openxmlformats.org/drawingml/2006/main" r:embed="R07fd4b333fed461e">
            <a:alphaModFix/>
          </a:blip>
          <a:srcRect xmlns:a="http://schemas.openxmlformats.org/drawingml/2006/main" l="19254" t="2849" r="21704" b="24105"/>
          <a:stretch xmlns:a="http://schemas.openxmlformats.org/drawingml/2006/main"/>
        </p:blipFill>
        <p:spPr>
          <a:xfrm xmlns:a="http://schemas.openxmlformats.org/drawingml/2006/main">
            <a:off x="1" y="0"/>
            <a:ext cx="9144000" cy="5143498"/>
          </a:xfrm>
          <a:prstGeom xmlns:a="http://schemas.openxmlformats.org/drawingml/2006/main" prst="rect">
            <a:avLst/>
          </a:prstGeom>
          <a:ln xmlns:a="http://schemas.openxmlformats.org/drawingml/2006/main">
            <a:noFill/>
          </a:ln>
        </p:spPr>
      </p:pic>
      <p:sp>
        <p:nvSpPr>
          <p:cNvPr id="116" name="Google Shape;116;p20">
            <a:extLst xmlns:a="http://schemas.openxmlformats.org/drawingml/2006/main">
              <a:ext uri="{FF2B5EF4-FFF2-40B4-BE49-F238E27FC236}">
                <a16:creationId xmlns:a16="http://schemas.microsoft.com/office/drawing/2014/main" id="{DCDF0A87-6460-4804-B193-6FEB1FF1FFB7}"/>
              </a:ext>
            </a:extLst>
          </p:cNvPr>
          <p:cNvSpPr>
            <a:spLocks xmlns:a="http://schemas.openxmlformats.org/drawingml/2006/main" noGrp="1"/>
          </p:cNvSpPr>
          <p:nvPr/>
        </p:nvSpPr>
        <p:spPr>
          <a:xfrm xmlns:a="http://schemas.openxmlformats.org/drawingml/2006/main">
            <a:off x="7263113" y="3000896"/>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17" name="Google Shape;117;p20">
            <a:extLst xmlns:a="http://schemas.openxmlformats.org/drawingml/2006/main">
              <a:ext uri="{FF2B5EF4-FFF2-40B4-BE49-F238E27FC236}">
                <a16:creationId xmlns:a16="http://schemas.microsoft.com/office/drawing/2014/main" id="{156A1301-70A9-4E4E-964D-BCD018F6EAE6}"/>
              </a:ext>
            </a:extLst>
          </p:cNvPr>
          <p:cNvSpPr>
            <a:spLocks xmlns:a="http://schemas.openxmlformats.org/drawingml/2006/main" noGrp="1"/>
          </p:cNvSpPr>
          <p:nvPr/>
        </p:nvSpPr>
        <p:spPr>
          <a:xfrm xmlns:a="http://schemas.openxmlformats.org/drawingml/2006/main">
            <a:off x="7263113" y="3002602"/>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18" name="Google Shape;118;p20">
            <a:extLst xmlns:a="http://schemas.openxmlformats.org/drawingml/2006/main">
              <a:ext uri="{FF2B5EF4-FFF2-40B4-BE49-F238E27FC236}">
                <a16:creationId xmlns:a16="http://schemas.microsoft.com/office/drawing/2014/main" id="{7A5EAB62-838A-45E3-A12D-02C510C1025E}"/>
              </a:ext>
            </a:extLst>
          </p:cNvPr>
          <p:cNvSpPr>
            <a:spLocks xmlns:a="http://schemas.openxmlformats.org/drawingml/2006/main" noGrp="1"/>
          </p:cNvSpPr>
          <p:nvPr>
            <p:ph type="pic" idx="2"/>
          </p:nvPr>
        </p:nvSpPr>
        <p:spPr>
          <a:xfrm xmlns:a="http://schemas.openxmlformats.org/drawingml/2006/main">
            <a:off x="7191892" y="3091567"/>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19" name="Google Shape;119;p20">
            <a:extLst xmlns:a="http://schemas.openxmlformats.org/drawingml/2006/main">
              <a:ext uri="{FF2B5EF4-FFF2-40B4-BE49-F238E27FC236}">
                <a16:creationId xmlns:a16="http://schemas.microsoft.com/office/drawing/2014/main" id="{352C230C-8CC2-40FF-8C2D-91614CB1ABF7}"/>
              </a:ext>
            </a:extLst>
          </p:cNvPr>
          <p:cNvSpPr>
            <a:spLocks xmlns:a="http://schemas.openxmlformats.org/drawingml/2006/main" noGrp="1"/>
          </p:cNvSpPr>
          <p:nvPr>
            <p:ph type="pic" idx="3"/>
          </p:nvPr>
        </p:nvSpPr>
        <p:spPr>
          <a:xfrm xmlns:a="http://schemas.openxmlformats.org/drawingml/2006/main">
            <a:off x="827050" y="1216332"/>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20" name="Google Shape;120;p20">
            <a:extLst xmlns:a="http://schemas.openxmlformats.org/drawingml/2006/main">
              <a:ext uri="{FF2B5EF4-FFF2-40B4-BE49-F238E27FC236}">
                <a16:creationId xmlns:a16="http://schemas.microsoft.com/office/drawing/2014/main" id="{72B5C893-057B-4F19-BFDC-0E6E0338F301}"/>
              </a:ext>
            </a:extLst>
          </p:cNvPr>
          <p:cNvSpPr>
            <a:spLocks xmlns:a="http://schemas.openxmlformats.org/drawingml/2006/main" noGrp="1"/>
          </p:cNvSpPr>
          <p:nvPr>
            <p:ph type="body" idx="1"/>
          </p:nvPr>
        </p:nvSpPr>
        <p:spPr>
          <a:xfrm xmlns:a="http://schemas.openxmlformats.org/drawingml/2006/main">
            <a:off x="581747" y="2473456"/>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21" name="Google Shape;121;p20">
            <a:extLst xmlns:a="http://schemas.openxmlformats.org/drawingml/2006/main">
              <a:ext uri="{FF2B5EF4-FFF2-40B4-BE49-F238E27FC236}">
                <a16:creationId xmlns:a16="http://schemas.microsoft.com/office/drawing/2014/main" id="{AAFA4957-CFAA-4E5F-AF93-0E69A70DF8C1}"/>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22" name="Google Shape;122;p20">
            <a:extLst xmlns:a="http://schemas.openxmlformats.org/drawingml/2006/main">
              <a:ext uri="{FF2B5EF4-FFF2-40B4-BE49-F238E27FC236}">
                <a16:creationId xmlns:a16="http://schemas.microsoft.com/office/drawing/2014/main" id="{8935BF8F-DD1F-457A-B4A9-5DE166AB9E63}"/>
              </a:ext>
            </a:extLst>
          </p:cNvPr>
          <p:cNvSpPr>
            <a:spLocks xmlns:a="http://schemas.openxmlformats.org/drawingml/2006/main" noGrp="1"/>
          </p:cNvSpPr>
          <p:nvPr/>
        </p:nvSpPr>
        <p:spPr>
          <a:xfrm xmlns:a="http://schemas.openxmlformats.org/drawingml/2006/main">
            <a:off x="894348" y="1149918"/>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3" name="Google Shape;123;p20">
            <a:extLst xmlns:a="http://schemas.openxmlformats.org/drawingml/2006/main">
              <a:ext uri="{FF2B5EF4-FFF2-40B4-BE49-F238E27FC236}">
                <a16:creationId xmlns:a16="http://schemas.microsoft.com/office/drawing/2014/main" id="{9C253649-27FB-4DF6-9682-E92D4D9F710E}"/>
              </a:ext>
            </a:extLst>
          </p:cNvPr>
          <p:cNvSpPr>
            <a:spLocks xmlns:a="http://schemas.openxmlformats.org/drawingml/2006/main" noGrp="1"/>
          </p:cNvSpPr>
          <p:nvPr/>
        </p:nvSpPr>
        <p:spPr>
          <a:xfrm xmlns:a="http://schemas.openxmlformats.org/drawingml/2006/main">
            <a:off x="2486539" y="1149918"/>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4" name="Google Shape;124;p20">
            <a:extLst xmlns:a="http://schemas.openxmlformats.org/drawingml/2006/main">
              <a:ext uri="{FF2B5EF4-FFF2-40B4-BE49-F238E27FC236}">
                <a16:creationId xmlns:a16="http://schemas.microsoft.com/office/drawing/2014/main" id="{43F70E72-3EE3-45BB-AD4D-908FDE8EF916}"/>
              </a:ext>
            </a:extLst>
          </p:cNvPr>
          <p:cNvSpPr>
            <a:spLocks xmlns:a="http://schemas.openxmlformats.org/drawingml/2006/main" noGrp="1"/>
          </p:cNvSpPr>
          <p:nvPr/>
        </p:nvSpPr>
        <p:spPr>
          <a:xfrm xmlns:a="http://schemas.openxmlformats.org/drawingml/2006/main">
            <a:off x="4078730" y="1149918"/>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5" name="Google Shape;125;p20">
            <a:extLst xmlns:a="http://schemas.openxmlformats.org/drawingml/2006/main">
              <a:ext uri="{FF2B5EF4-FFF2-40B4-BE49-F238E27FC236}">
                <a16:creationId xmlns:a16="http://schemas.microsoft.com/office/drawing/2014/main" id="{117AC988-80D8-493C-824C-4F8895D1ACDF}"/>
              </a:ext>
            </a:extLst>
          </p:cNvPr>
          <p:cNvSpPr>
            <a:spLocks xmlns:a="http://schemas.openxmlformats.org/drawingml/2006/main" noGrp="1"/>
          </p:cNvSpPr>
          <p:nvPr/>
        </p:nvSpPr>
        <p:spPr>
          <a:xfrm xmlns:a="http://schemas.openxmlformats.org/drawingml/2006/main">
            <a:off x="5670922" y="1149918"/>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6" name="Google Shape;126;p20">
            <a:extLst xmlns:a="http://schemas.openxmlformats.org/drawingml/2006/main">
              <a:ext uri="{FF2B5EF4-FFF2-40B4-BE49-F238E27FC236}">
                <a16:creationId xmlns:a16="http://schemas.microsoft.com/office/drawing/2014/main" id="{9C0F77CB-1E11-4275-9B72-940E2C369F0A}"/>
              </a:ext>
            </a:extLst>
          </p:cNvPr>
          <p:cNvSpPr>
            <a:spLocks xmlns:a="http://schemas.openxmlformats.org/drawingml/2006/main" noGrp="1"/>
          </p:cNvSpPr>
          <p:nvPr/>
        </p:nvSpPr>
        <p:spPr>
          <a:xfrm xmlns:a="http://schemas.openxmlformats.org/drawingml/2006/main">
            <a:off x="7263113" y="1149918"/>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7" name="Google Shape;127;p20">
            <a:extLst xmlns:a="http://schemas.openxmlformats.org/drawingml/2006/main">
              <a:ext uri="{FF2B5EF4-FFF2-40B4-BE49-F238E27FC236}">
                <a16:creationId xmlns:a16="http://schemas.microsoft.com/office/drawing/2014/main" id="{49E80BF9-6A61-4093-A8B9-F424B2423AA3}"/>
              </a:ext>
            </a:extLst>
          </p:cNvPr>
          <p:cNvSpPr>
            <a:spLocks xmlns:a="http://schemas.openxmlformats.org/drawingml/2006/main" noGrp="1"/>
          </p:cNvSpPr>
          <p:nvPr/>
        </p:nvSpPr>
        <p:spPr>
          <a:xfrm xmlns:a="http://schemas.openxmlformats.org/drawingml/2006/main">
            <a:off x="894348" y="3000896"/>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8" name="Google Shape;128;p20">
            <a:extLst xmlns:a="http://schemas.openxmlformats.org/drawingml/2006/main">
              <a:ext uri="{FF2B5EF4-FFF2-40B4-BE49-F238E27FC236}">
                <a16:creationId xmlns:a16="http://schemas.microsoft.com/office/drawing/2014/main" id="{438364CD-D992-4823-B70A-F3B82F85BF9D}"/>
              </a:ext>
            </a:extLst>
          </p:cNvPr>
          <p:cNvSpPr>
            <a:spLocks xmlns:a="http://schemas.openxmlformats.org/drawingml/2006/main" noGrp="1"/>
          </p:cNvSpPr>
          <p:nvPr/>
        </p:nvSpPr>
        <p:spPr>
          <a:xfrm xmlns:a="http://schemas.openxmlformats.org/drawingml/2006/main">
            <a:off x="2486539" y="3000896"/>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29" name="Google Shape;129;p20">
            <a:extLst xmlns:a="http://schemas.openxmlformats.org/drawingml/2006/main">
              <a:ext uri="{FF2B5EF4-FFF2-40B4-BE49-F238E27FC236}">
                <a16:creationId xmlns:a16="http://schemas.microsoft.com/office/drawing/2014/main" id="{A1870780-1562-4518-8A47-424BA833736F}"/>
              </a:ext>
            </a:extLst>
          </p:cNvPr>
          <p:cNvSpPr>
            <a:spLocks xmlns:a="http://schemas.openxmlformats.org/drawingml/2006/main" noGrp="1"/>
          </p:cNvSpPr>
          <p:nvPr/>
        </p:nvSpPr>
        <p:spPr>
          <a:xfrm xmlns:a="http://schemas.openxmlformats.org/drawingml/2006/main">
            <a:off x="4078730" y="3000896"/>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30" name="Google Shape;130;p20">
            <a:extLst xmlns:a="http://schemas.openxmlformats.org/drawingml/2006/main">
              <a:ext uri="{FF2B5EF4-FFF2-40B4-BE49-F238E27FC236}">
                <a16:creationId xmlns:a16="http://schemas.microsoft.com/office/drawing/2014/main" id="{C78DDAFF-2E7A-4B8F-B957-4640535F52E7}"/>
              </a:ext>
            </a:extLst>
          </p:cNvPr>
          <p:cNvSpPr>
            <a:spLocks xmlns:a="http://schemas.openxmlformats.org/drawingml/2006/main" noGrp="1"/>
          </p:cNvSpPr>
          <p:nvPr/>
        </p:nvSpPr>
        <p:spPr>
          <a:xfrm xmlns:a="http://schemas.openxmlformats.org/drawingml/2006/main">
            <a:off x="5670922" y="3000896"/>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31" name="Google Shape;131;p20">
            <a:extLst xmlns:a="http://schemas.openxmlformats.org/drawingml/2006/main">
              <a:ext uri="{FF2B5EF4-FFF2-40B4-BE49-F238E27FC236}">
                <a16:creationId xmlns:a16="http://schemas.microsoft.com/office/drawing/2014/main" id="{C614ED69-EEC6-420C-8F02-D6854741E356}"/>
              </a:ext>
            </a:extLst>
          </p:cNvPr>
          <p:cNvSpPr>
            <a:spLocks xmlns:a="http://schemas.openxmlformats.org/drawingml/2006/main" noGrp="1"/>
          </p:cNvSpPr>
          <p:nvPr>
            <p:ph type="body" idx="4"/>
          </p:nvPr>
        </p:nvSpPr>
        <p:spPr>
          <a:xfrm xmlns:a="http://schemas.openxmlformats.org/drawingml/2006/main">
            <a:off x="618950" y="2361312"/>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2" name="Google Shape;132;p20">
            <a:extLst xmlns:a="http://schemas.openxmlformats.org/drawingml/2006/main">
              <a:ext uri="{FF2B5EF4-FFF2-40B4-BE49-F238E27FC236}">
                <a16:creationId xmlns:a16="http://schemas.microsoft.com/office/drawing/2014/main" id="{9A053728-AD65-4757-B0A4-6C9761E2C98C}"/>
              </a:ext>
            </a:extLst>
          </p:cNvPr>
          <p:cNvSpPr>
            <a:spLocks xmlns:a="http://schemas.openxmlformats.org/drawingml/2006/main" noGrp="1"/>
          </p:cNvSpPr>
          <p:nvPr>
            <p:ph type="body" idx="5"/>
          </p:nvPr>
        </p:nvSpPr>
        <p:spPr>
          <a:xfrm xmlns:a="http://schemas.openxmlformats.org/drawingml/2006/main">
            <a:off x="2173937" y="2473456"/>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3" name="Google Shape;133;p20">
            <a:extLst xmlns:a="http://schemas.openxmlformats.org/drawingml/2006/main">
              <a:ext uri="{FF2B5EF4-FFF2-40B4-BE49-F238E27FC236}">
                <a16:creationId xmlns:a16="http://schemas.microsoft.com/office/drawing/2014/main" id="{39B2DC9B-2152-42D9-B831-F21A73C95513}"/>
              </a:ext>
            </a:extLst>
          </p:cNvPr>
          <p:cNvSpPr>
            <a:spLocks xmlns:a="http://schemas.openxmlformats.org/drawingml/2006/main" noGrp="1"/>
          </p:cNvSpPr>
          <p:nvPr>
            <p:ph type="body" idx="6"/>
          </p:nvPr>
        </p:nvSpPr>
        <p:spPr>
          <a:xfrm xmlns:a="http://schemas.openxmlformats.org/drawingml/2006/main">
            <a:off x="2211141" y="2361312"/>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4" name="Google Shape;134;p20">
            <a:extLst xmlns:a="http://schemas.openxmlformats.org/drawingml/2006/main">
              <a:ext uri="{FF2B5EF4-FFF2-40B4-BE49-F238E27FC236}">
                <a16:creationId xmlns:a16="http://schemas.microsoft.com/office/drawing/2014/main" id="{17083720-18E7-40F3-AE06-697F3432CE83}"/>
              </a:ext>
            </a:extLst>
          </p:cNvPr>
          <p:cNvSpPr>
            <a:spLocks xmlns:a="http://schemas.openxmlformats.org/drawingml/2006/main" noGrp="1"/>
          </p:cNvSpPr>
          <p:nvPr>
            <p:ph type="body" idx="7"/>
          </p:nvPr>
        </p:nvSpPr>
        <p:spPr>
          <a:xfrm xmlns:a="http://schemas.openxmlformats.org/drawingml/2006/main">
            <a:off x="3769001" y="2473456"/>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5" name="Google Shape;135;p20">
            <a:extLst xmlns:a="http://schemas.openxmlformats.org/drawingml/2006/main">
              <a:ext uri="{FF2B5EF4-FFF2-40B4-BE49-F238E27FC236}">
                <a16:creationId xmlns:a16="http://schemas.microsoft.com/office/drawing/2014/main" id="{E7173050-5A22-476F-95E7-CF11171475C7}"/>
              </a:ext>
            </a:extLst>
          </p:cNvPr>
          <p:cNvSpPr>
            <a:spLocks xmlns:a="http://schemas.openxmlformats.org/drawingml/2006/main" noGrp="1"/>
          </p:cNvSpPr>
          <p:nvPr>
            <p:ph type="body" idx="8"/>
          </p:nvPr>
        </p:nvSpPr>
        <p:spPr>
          <a:xfrm xmlns:a="http://schemas.openxmlformats.org/drawingml/2006/main">
            <a:off x="3806204" y="2361312"/>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6" name="Google Shape;136;p20">
            <a:extLst xmlns:a="http://schemas.openxmlformats.org/drawingml/2006/main">
              <a:ext uri="{FF2B5EF4-FFF2-40B4-BE49-F238E27FC236}">
                <a16:creationId xmlns:a16="http://schemas.microsoft.com/office/drawing/2014/main" id="{6841CCBA-5F0B-4C2A-9DE8-8C1B491416F6}"/>
              </a:ext>
            </a:extLst>
          </p:cNvPr>
          <p:cNvSpPr>
            <a:spLocks xmlns:a="http://schemas.openxmlformats.org/drawingml/2006/main" noGrp="1"/>
          </p:cNvSpPr>
          <p:nvPr>
            <p:ph type="body" idx="9"/>
          </p:nvPr>
        </p:nvSpPr>
        <p:spPr>
          <a:xfrm xmlns:a="http://schemas.openxmlformats.org/drawingml/2006/main">
            <a:off x="5358320" y="2473456"/>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7" name="Google Shape;137;p20">
            <a:extLst xmlns:a="http://schemas.openxmlformats.org/drawingml/2006/main">
              <a:ext uri="{FF2B5EF4-FFF2-40B4-BE49-F238E27FC236}">
                <a16:creationId xmlns:a16="http://schemas.microsoft.com/office/drawing/2014/main" id="{ED408198-8151-4B71-8827-DADC52ED1C15}"/>
              </a:ext>
            </a:extLst>
          </p:cNvPr>
          <p:cNvSpPr>
            <a:spLocks xmlns:a="http://schemas.openxmlformats.org/drawingml/2006/main" noGrp="1"/>
          </p:cNvSpPr>
          <p:nvPr>
            <p:ph type="body" idx="13"/>
          </p:nvPr>
        </p:nvSpPr>
        <p:spPr>
          <a:xfrm xmlns:a="http://schemas.openxmlformats.org/drawingml/2006/main">
            <a:off x="5395524" y="2361312"/>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8" name="Google Shape;138;p20">
            <a:extLst xmlns:a="http://schemas.openxmlformats.org/drawingml/2006/main">
              <a:ext uri="{FF2B5EF4-FFF2-40B4-BE49-F238E27FC236}">
                <a16:creationId xmlns:a16="http://schemas.microsoft.com/office/drawing/2014/main" id="{267FE018-0318-4E73-A3AF-C3FEBA5BED10}"/>
              </a:ext>
            </a:extLst>
          </p:cNvPr>
          <p:cNvSpPr>
            <a:spLocks xmlns:a="http://schemas.openxmlformats.org/drawingml/2006/main" noGrp="1"/>
          </p:cNvSpPr>
          <p:nvPr>
            <p:ph type="body" idx="14"/>
          </p:nvPr>
        </p:nvSpPr>
        <p:spPr>
          <a:xfrm xmlns:a="http://schemas.openxmlformats.org/drawingml/2006/main">
            <a:off x="6950511" y="2473456"/>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39" name="Google Shape;139;p20">
            <a:extLst xmlns:a="http://schemas.openxmlformats.org/drawingml/2006/main">
              <a:ext uri="{FF2B5EF4-FFF2-40B4-BE49-F238E27FC236}">
                <a16:creationId xmlns:a16="http://schemas.microsoft.com/office/drawing/2014/main" id="{54C7C83B-71D2-4570-82A2-A3C389EE193C}"/>
              </a:ext>
            </a:extLst>
          </p:cNvPr>
          <p:cNvSpPr>
            <a:spLocks xmlns:a="http://schemas.openxmlformats.org/drawingml/2006/main" noGrp="1"/>
          </p:cNvSpPr>
          <p:nvPr>
            <p:ph type="body" idx="15"/>
          </p:nvPr>
        </p:nvSpPr>
        <p:spPr>
          <a:xfrm xmlns:a="http://schemas.openxmlformats.org/drawingml/2006/main">
            <a:off x="6987715" y="2361312"/>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40" name="Google Shape;140;p20">
            <a:extLst xmlns:a="http://schemas.openxmlformats.org/drawingml/2006/main">
              <a:ext uri="{FF2B5EF4-FFF2-40B4-BE49-F238E27FC236}">
                <a16:creationId xmlns:a16="http://schemas.microsoft.com/office/drawing/2014/main" id="{68584F00-F7D2-4BCF-BDD1-CE01192F55E5}"/>
              </a:ext>
            </a:extLst>
          </p:cNvPr>
          <p:cNvSpPr>
            <a:spLocks xmlns:a="http://schemas.openxmlformats.org/drawingml/2006/main" noGrp="1"/>
          </p:cNvSpPr>
          <p:nvPr>
            <p:ph type="body" idx="16"/>
          </p:nvPr>
        </p:nvSpPr>
        <p:spPr>
          <a:xfrm xmlns:a="http://schemas.openxmlformats.org/drawingml/2006/main">
            <a:off x="581747" y="4326140"/>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41" name="Google Shape;141;p20">
            <a:extLst xmlns:a="http://schemas.openxmlformats.org/drawingml/2006/main">
              <a:ext uri="{FF2B5EF4-FFF2-40B4-BE49-F238E27FC236}">
                <a16:creationId xmlns:a16="http://schemas.microsoft.com/office/drawing/2014/main" id="{4888320A-4C5B-46B4-83E0-AF77333D2038}"/>
              </a:ext>
            </a:extLst>
          </p:cNvPr>
          <p:cNvSpPr>
            <a:spLocks xmlns:a="http://schemas.openxmlformats.org/drawingml/2006/main" noGrp="1"/>
          </p:cNvSpPr>
          <p:nvPr/>
        </p:nvSpPr>
        <p:spPr>
          <a:xfrm xmlns:a="http://schemas.openxmlformats.org/drawingml/2006/main">
            <a:off x="894348" y="3002602"/>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42" name="Google Shape;142;p20">
            <a:extLst xmlns:a="http://schemas.openxmlformats.org/drawingml/2006/main">
              <a:ext uri="{FF2B5EF4-FFF2-40B4-BE49-F238E27FC236}">
                <a16:creationId xmlns:a16="http://schemas.microsoft.com/office/drawing/2014/main" id="{CA5B6F78-1B44-45F4-AE82-078495A88F00}"/>
              </a:ext>
            </a:extLst>
          </p:cNvPr>
          <p:cNvSpPr>
            <a:spLocks xmlns:a="http://schemas.openxmlformats.org/drawingml/2006/main" noGrp="1"/>
          </p:cNvSpPr>
          <p:nvPr/>
        </p:nvSpPr>
        <p:spPr>
          <a:xfrm xmlns:a="http://schemas.openxmlformats.org/drawingml/2006/main">
            <a:off x="2486539" y="3002602"/>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43" name="Google Shape;143;p20">
            <a:extLst xmlns:a="http://schemas.openxmlformats.org/drawingml/2006/main">
              <a:ext uri="{FF2B5EF4-FFF2-40B4-BE49-F238E27FC236}">
                <a16:creationId xmlns:a16="http://schemas.microsoft.com/office/drawing/2014/main" id="{07750E65-B0A7-442F-8A88-2E08DAAC1710}"/>
              </a:ext>
            </a:extLst>
          </p:cNvPr>
          <p:cNvSpPr>
            <a:spLocks xmlns:a="http://schemas.openxmlformats.org/drawingml/2006/main" noGrp="1"/>
          </p:cNvSpPr>
          <p:nvPr/>
        </p:nvSpPr>
        <p:spPr>
          <a:xfrm xmlns:a="http://schemas.openxmlformats.org/drawingml/2006/main">
            <a:off x="4078730" y="3002602"/>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44" name="Google Shape;144;p20">
            <a:extLst xmlns:a="http://schemas.openxmlformats.org/drawingml/2006/main">
              <a:ext uri="{FF2B5EF4-FFF2-40B4-BE49-F238E27FC236}">
                <a16:creationId xmlns:a16="http://schemas.microsoft.com/office/drawing/2014/main" id="{8E5CBA76-C599-4D00-96F6-726ADFD06930}"/>
              </a:ext>
            </a:extLst>
          </p:cNvPr>
          <p:cNvSpPr>
            <a:spLocks xmlns:a="http://schemas.openxmlformats.org/drawingml/2006/main" noGrp="1"/>
          </p:cNvSpPr>
          <p:nvPr/>
        </p:nvSpPr>
        <p:spPr>
          <a:xfrm xmlns:a="http://schemas.openxmlformats.org/drawingml/2006/main">
            <a:off x="5670922" y="3002602"/>
            <a:ext cx="1100400" cy="1100400"/>
          </a:xfrm>
          <a:prstGeom xmlns:a="http://schemas.openxmlformats.org/drawingml/2006/main" prst="ellipse">
            <a:avLst/>
          </a:prstGeom>
          <a:noFill xmlns:a="http://schemas.openxmlformats.org/drawingml/2006/main"/>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100"/>
              <a:buFont typeface="Arial"/>
              <a:buNone/>
            </a:pPr>
            <a:endParaRPr sz="1100" b="0" i="0" u="none" cap="none">
              <a:solidFill>
                <a:schemeClr val="lt1"/>
              </a:solidFill>
              <a:latin typeface="Arial"/>
              <a:ea typeface="Arial"/>
              <a:cs typeface="Arial"/>
            </a:endParaRPr>
          </a:p>
        </p:txBody>
      </p:sp>
      <p:sp>
        <p:nvSpPr>
          <p:cNvPr id="145" name="Google Shape;145;p20">
            <a:extLst xmlns:a="http://schemas.openxmlformats.org/drawingml/2006/main">
              <a:ext uri="{FF2B5EF4-FFF2-40B4-BE49-F238E27FC236}">
                <a16:creationId xmlns:a16="http://schemas.microsoft.com/office/drawing/2014/main" id="{5289083A-246B-4661-9E9D-984E0071A68D}"/>
              </a:ext>
            </a:extLst>
          </p:cNvPr>
          <p:cNvSpPr>
            <a:spLocks xmlns:a="http://schemas.openxmlformats.org/drawingml/2006/main" noGrp="1"/>
          </p:cNvSpPr>
          <p:nvPr>
            <p:ph type="body" idx="17"/>
          </p:nvPr>
        </p:nvSpPr>
        <p:spPr>
          <a:xfrm xmlns:a="http://schemas.openxmlformats.org/drawingml/2006/main">
            <a:off x="618950" y="4213996"/>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46" name="Google Shape;146;p20">
            <a:extLst xmlns:a="http://schemas.openxmlformats.org/drawingml/2006/main">
              <a:ext uri="{FF2B5EF4-FFF2-40B4-BE49-F238E27FC236}">
                <a16:creationId xmlns:a16="http://schemas.microsoft.com/office/drawing/2014/main" id="{2C2C768E-10B2-4F7A-8AA0-AFE0B396AD87}"/>
              </a:ext>
            </a:extLst>
          </p:cNvPr>
          <p:cNvSpPr>
            <a:spLocks xmlns:a="http://schemas.openxmlformats.org/drawingml/2006/main" noGrp="1"/>
          </p:cNvSpPr>
          <p:nvPr>
            <p:ph type="body" idx="18"/>
          </p:nvPr>
        </p:nvSpPr>
        <p:spPr>
          <a:xfrm xmlns:a="http://schemas.openxmlformats.org/drawingml/2006/main">
            <a:off x="2173937" y="4326140"/>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47" name="Google Shape;147;p20">
            <a:extLst xmlns:a="http://schemas.openxmlformats.org/drawingml/2006/main">
              <a:ext uri="{FF2B5EF4-FFF2-40B4-BE49-F238E27FC236}">
                <a16:creationId xmlns:a16="http://schemas.microsoft.com/office/drawing/2014/main" id="{EAA700E6-F32C-40A7-B994-0CBC81830787}"/>
              </a:ext>
            </a:extLst>
          </p:cNvPr>
          <p:cNvSpPr>
            <a:spLocks xmlns:a="http://schemas.openxmlformats.org/drawingml/2006/main" noGrp="1"/>
          </p:cNvSpPr>
          <p:nvPr>
            <p:ph type="body" idx="19"/>
          </p:nvPr>
        </p:nvSpPr>
        <p:spPr>
          <a:xfrm xmlns:a="http://schemas.openxmlformats.org/drawingml/2006/main">
            <a:off x="2211141" y="4213996"/>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48" name="Google Shape;148;p20">
            <a:extLst xmlns:a="http://schemas.openxmlformats.org/drawingml/2006/main">
              <a:ext uri="{FF2B5EF4-FFF2-40B4-BE49-F238E27FC236}">
                <a16:creationId xmlns:a16="http://schemas.microsoft.com/office/drawing/2014/main" id="{F31BE7E2-4655-4976-8C4B-AEE9400C3560}"/>
              </a:ext>
            </a:extLst>
          </p:cNvPr>
          <p:cNvSpPr>
            <a:spLocks xmlns:a="http://schemas.openxmlformats.org/drawingml/2006/main" noGrp="1"/>
          </p:cNvSpPr>
          <p:nvPr>
            <p:ph type="body" idx="20"/>
          </p:nvPr>
        </p:nvSpPr>
        <p:spPr>
          <a:xfrm xmlns:a="http://schemas.openxmlformats.org/drawingml/2006/main">
            <a:off x="3769001" y="4326140"/>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49" name="Google Shape;149;p20">
            <a:extLst xmlns:a="http://schemas.openxmlformats.org/drawingml/2006/main">
              <a:ext uri="{FF2B5EF4-FFF2-40B4-BE49-F238E27FC236}">
                <a16:creationId xmlns:a16="http://schemas.microsoft.com/office/drawing/2014/main" id="{D8CA675D-F4F1-426F-B5B1-F4E4FE83A573}"/>
              </a:ext>
            </a:extLst>
          </p:cNvPr>
          <p:cNvSpPr>
            <a:spLocks xmlns:a="http://schemas.openxmlformats.org/drawingml/2006/main" noGrp="1"/>
          </p:cNvSpPr>
          <p:nvPr>
            <p:ph type="body" idx="21"/>
          </p:nvPr>
        </p:nvSpPr>
        <p:spPr>
          <a:xfrm xmlns:a="http://schemas.openxmlformats.org/drawingml/2006/main">
            <a:off x="3806204" y="4213996"/>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50" name="Google Shape;150;p20">
            <a:extLst xmlns:a="http://schemas.openxmlformats.org/drawingml/2006/main">
              <a:ext uri="{FF2B5EF4-FFF2-40B4-BE49-F238E27FC236}">
                <a16:creationId xmlns:a16="http://schemas.microsoft.com/office/drawing/2014/main" id="{99F3904D-D653-44F1-A038-277A698B573E}"/>
              </a:ext>
            </a:extLst>
          </p:cNvPr>
          <p:cNvSpPr>
            <a:spLocks xmlns:a="http://schemas.openxmlformats.org/drawingml/2006/main" noGrp="1"/>
          </p:cNvSpPr>
          <p:nvPr>
            <p:ph type="body" idx="22"/>
          </p:nvPr>
        </p:nvSpPr>
        <p:spPr>
          <a:xfrm xmlns:a="http://schemas.openxmlformats.org/drawingml/2006/main">
            <a:off x="5358320" y="4326140"/>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51" name="Google Shape;151;p20">
            <a:extLst xmlns:a="http://schemas.openxmlformats.org/drawingml/2006/main">
              <a:ext uri="{FF2B5EF4-FFF2-40B4-BE49-F238E27FC236}">
                <a16:creationId xmlns:a16="http://schemas.microsoft.com/office/drawing/2014/main" id="{F02F0D8D-5A22-4CBD-9E72-C5DE17B59D27}"/>
              </a:ext>
            </a:extLst>
          </p:cNvPr>
          <p:cNvSpPr>
            <a:spLocks xmlns:a="http://schemas.openxmlformats.org/drawingml/2006/main" noGrp="1"/>
          </p:cNvSpPr>
          <p:nvPr>
            <p:ph type="body" idx="23"/>
          </p:nvPr>
        </p:nvSpPr>
        <p:spPr>
          <a:xfrm xmlns:a="http://schemas.openxmlformats.org/drawingml/2006/main">
            <a:off x="5395524" y="4213996"/>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52" name="Google Shape;152;p20">
            <a:extLst xmlns:a="http://schemas.openxmlformats.org/drawingml/2006/main">
              <a:ext uri="{FF2B5EF4-FFF2-40B4-BE49-F238E27FC236}">
                <a16:creationId xmlns:a16="http://schemas.microsoft.com/office/drawing/2014/main" id="{56B78E4B-6425-427A-95C7-700D5EACECD3}"/>
              </a:ext>
            </a:extLst>
          </p:cNvPr>
          <p:cNvSpPr>
            <a:spLocks xmlns:a="http://schemas.openxmlformats.org/drawingml/2006/main" noGrp="1"/>
          </p:cNvSpPr>
          <p:nvPr>
            <p:ph type="body" idx="24"/>
          </p:nvPr>
        </p:nvSpPr>
        <p:spPr>
          <a:xfrm xmlns:a="http://schemas.openxmlformats.org/drawingml/2006/main">
            <a:off x="6950511" y="4326140"/>
            <a:ext cx="15120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0" i="0">
                <a:latin typeface="Montserrat"/>
                <a:ea typeface="Montserrat"/>
                <a:cs typeface="Montserrat"/>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53" name="Google Shape;153;p20">
            <a:extLst xmlns:a="http://schemas.openxmlformats.org/drawingml/2006/main">
              <a:ext uri="{FF2B5EF4-FFF2-40B4-BE49-F238E27FC236}">
                <a16:creationId xmlns:a16="http://schemas.microsoft.com/office/drawing/2014/main" id="{EC90BE49-4C77-4849-A6D3-4884E42CDEB1}"/>
              </a:ext>
            </a:extLst>
          </p:cNvPr>
          <p:cNvSpPr>
            <a:spLocks xmlns:a="http://schemas.openxmlformats.org/drawingml/2006/main" noGrp="1"/>
          </p:cNvSpPr>
          <p:nvPr>
            <p:ph type="body" idx="25"/>
          </p:nvPr>
        </p:nvSpPr>
        <p:spPr>
          <a:xfrm xmlns:a="http://schemas.openxmlformats.org/drawingml/2006/main">
            <a:off x="6987715" y="4213996"/>
            <a:ext cx="1437600" cy="14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ctr">
              <a:lnSpc>
                <a:spcPct val="100000"/>
              </a:lnSpc>
              <a:spcBef>
                <a:spcPts val="0"/>
              </a:spcBef>
              <a:spcAft>
                <a:spcPts val="0"/>
              </a:spcAft>
              <a:buSzPts val="700"/>
              <a:buNone/>
              <a:defRPr sz="700"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54" name="Google Shape;154;p20">
            <a:extLst xmlns:a="http://schemas.openxmlformats.org/drawingml/2006/main">
              <a:ext uri="{FF2B5EF4-FFF2-40B4-BE49-F238E27FC236}">
                <a16:creationId xmlns:a16="http://schemas.microsoft.com/office/drawing/2014/main" id="{C012106A-EC87-48DD-AB6C-105D5D91620A}"/>
              </a:ext>
            </a:extLst>
          </p:cNvPr>
          <p:cNvSpPr>
            <a:spLocks xmlns:a="http://schemas.openxmlformats.org/drawingml/2006/main" noGrp="1"/>
          </p:cNvSpPr>
          <p:nvPr>
            <p:ph type="pic" idx="26"/>
          </p:nvPr>
        </p:nvSpPr>
        <p:spPr>
          <a:xfrm xmlns:a="http://schemas.openxmlformats.org/drawingml/2006/main">
            <a:off x="2418260" y="1216332"/>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55" name="Google Shape;155;p20">
            <a:extLst xmlns:a="http://schemas.openxmlformats.org/drawingml/2006/main">
              <a:ext uri="{FF2B5EF4-FFF2-40B4-BE49-F238E27FC236}">
                <a16:creationId xmlns:a16="http://schemas.microsoft.com/office/drawing/2014/main" id="{E0EFFDF8-8C03-4FAD-AD3E-8D99C77D38F4}"/>
              </a:ext>
            </a:extLst>
          </p:cNvPr>
          <p:cNvSpPr>
            <a:spLocks xmlns:a="http://schemas.openxmlformats.org/drawingml/2006/main" noGrp="1"/>
          </p:cNvSpPr>
          <p:nvPr>
            <p:ph type="pic" idx="27"/>
          </p:nvPr>
        </p:nvSpPr>
        <p:spPr>
          <a:xfrm xmlns:a="http://schemas.openxmlformats.org/drawingml/2006/main">
            <a:off x="4009471" y="1216332"/>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56" name="Google Shape;156;p20">
            <a:extLst xmlns:a="http://schemas.openxmlformats.org/drawingml/2006/main">
              <a:ext uri="{FF2B5EF4-FFF2-40B4-BE49-F238E27FC236}">
                <a16:creationId xmlns:a16="http://schemas.microsoft.com/office/drawing/2014/main" id="{54A7D3F3-D35B-4A50-BAE7-EA2E4CD2E88B}"/>
              </a:ext>
            </a:extLst>
          </p:cNvPr>
          <p:cNvSpPr>
            <a:spLocks xmlns:a="http://schemas.openxmlformats.org/drawingml/2006/main" noGrp="1"/>
          </p:cNvSpPr>
          <p:nvPr>
            <p:ph type="pic" idx="28"/>
          </p:nvPr>
        </p:nvSpPr>
        <p:spPr>
          <a:xfrm xmlns:a="http://schemas.openxmlformats.org/drawingml/2006/main">
            <a:off x="5600681" y="1216332"/>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57" name="Google Shape;157;p20">
            <a:extLst xmlns:a="http://schemas.openxmlformats.org/drawingml/2006/main">
              <a:ext uri="{FF2B5EF4-FFF2-40B4-BE49-F238E27FC236}">
                <a16:creationId xmlns:a16="http://schemas.microsoft.com/office/drawing/2014/main" id="{64578025-6337-4FD2-BB37-9724D241FA13}"/>
              </a:ext>
            </a:extLst>
          </p:cNvPr>
          <p:cNvSpPr>
            <a:spLocks xmlns:a="http://schemas.openxmlformats.org/drawingml/2006/main" noGrp="1"/>
          </p:cNvSpPr>
          <p:nvPr>
            <p:ph type="pic" idx="29"/>
          </p:nvPr>
        </p:nvSpPr>
        <p:spPr>
          <a:xfrm xmlns:a="http://schemas.openxmlformats.org/drawingml/2006/main">
            <a:off x="7191892" y="1216332"/>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58" name="Google Shape;158;p20">
            <a:extLst xmlns:a="http://schemas.openxmlformats.org/drawingml/2006/main">
              <a:ext uri="{FF2B5EF4-FFF2-40B4-BE49-F238E27FC236}">
                <a16:creationId xmlns:a16="http://schemas.microsoft.com/office/drawing/2014/main" id="{0B178734-3ECE-443C-9A26-0C8D66F14228}"/>
              </a:ext>
            </a:extLst>
          </p:cNvPr>
          <p:cNvSpPr>
            <a:spLocks xmlns:a="http://schemas.openxmlformats.org/drawingml/2006/main" noGrp="1"/>
          </p:cNvSpPr>
          <p:nvPr>
            <p:ph type="pic" idx="30"/>
          </p:nvPr>
        </p:nvSpPr>
        <p:spPr>
          <a:xfrm xmlns:a="http://schemas.openxmlformats.org/drawingml/2006/main">
            <a:off x="827050" y="3091567"/>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59" name="Google Shape;159;p20">
            <a:extLst xmlns:a="http://schemas.openxmlformats.org/drawingml/2006/main">
              <a:ext uri="{FF2B5EF4-FFF2-40B4-BE49-F238E27FC236}">
                <a16:creationId xmlns:a16="http://schemas.microsoft.com/office/drawing/2014/main" id="{17056F33-9092-4BA7-8253-F4BEDBB05840}"/>
              </a:ext>
            </a:extLst>
          </p:cNvPr>
          <p:cNvSpPr>
            <a:spLocks xmlns:a="http://schemas.openxmlformats.org/drawingml/2006/main" noGrp="1"/>
          </p:cNvSpPr>
          <p:nvPr>
            <p:ph type="pic" idx="31"/>
          </p:nvPr>
        </p:nvSpPr>
        <p:spPr>
          <a:xfrm xmlns:a="http://schemas.openxmlformats.org/drawingml/2006/main">
            <a:off x="2418260" y="3091567"/>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60" name="Google Shape;160;p20">
            <a:extLst xmlns:a="http://schemas.openxmlformats.org/drawingml/2006/main">
              <a:ext uri="{FF2B5EF4-FFF2-40B4-BE49-F238E27FC236}">
                <a16:creationId xmlns:a16="http://schemas.microsoft.com/office/drawing/2014/main" id="{0C63A376-9CFB-479F-BCE7-C91EDB6923C8}"/>
              </a:ext>
            </a:extLst>
          </p:cNvPr>
          <p:cNvSpPr>
            <a:spLocks xmlns:a="http://schemas.openxmlformats.org/drawingml/2006/main" noGrp="1"/>
          </p:cNvSpPr>
          <p:nvPr>
            <p:ph type="pic" idx="32"/>
          </p:nvPr>
        </p:nvSpPr>
        <p:spPr>
          <a:xfrm xmlns:a="http://schemas.openxmlformats.org/drawingml/2006/main">
            <a:off x="4009471" y="3091567"/>
            <a:ext cx="1040100" cy="1032900"/>
          </a:xfrm>
          <a:prstGeom xmlns:a="http://schemas.openxmlformats.org/drawingml/2006/main" prst="rect">
            <a:avLst/>
          </a:prstGeom>
          <a:noFill xmlns:a="http://schemas.openxmlformats.org/drawingml/2006/main"/>
          <a:ln xmlns:a="http://schemas.openxmlformats.org/drawingml/2006/main">
            <a:noFill/>
          </a:ln>
        </p:spPr>
      </p:sp>
      <p:sp>
        <p:nvSpPr>
          <p:cNvPr id="161" name="Google Shape;161;p20">
            <a:extLst xmlns:a="http://schemas.openxmlformats.org/drawingml/2006/main">
              <a:ext uri="{FF2B5EF4-FFF2-40B4-BE49-F238E27FC236}">
                <a16:creationId xmlns:a16="http://schemas.microsoft.com/office/drawing/2014/main" id="{D0BE1C5E-5438-4D0D-87F3-BB018B0E01EA}"/>
              </a:ext>
            </a:extLst>
          </p:cNvPr>
          <p:cNvSpPr>
            <a:spLocks xmlns:a="http://schemas.openxmlformats.org/drawingml/2006/main" noGrp="1"/>
          </p:cNvSpPr>
          <p:nvPr>
            <p:ph type="pic" idx="33"/>
          </p:nvPr>
        </p:nvSpPr>
        <p:spPr>
          <a:xfrm xmlns:a="http://schemas.openxmlformats.org/drawingml/2006/main">
            <a:off x="5600681" y="3091567"/>
            <a:ext cx="1040100" cy="1032900"/>
          </a:xfrm>
          <a:prstGeom xmlns:a="http://schemas.openxmlformats.org/drawingml/2006/main" prst="rect">
            <a:avLst/>
          </a:prstGeom>
          <a:noFill xmlns:a="http://schemas.openxmlformats.org/drawingml/2006/main"/>
          <a:ln xmlns:a="http://schemas.openxmlformats.org/drawingml/2006/main">
            <a:noFill/>
          </a:ln>
        </p:spPr>
      </p:sp>
    </p:spTree>
  </p:cSld>
</p:sldLayout>
</file>

<file path=ppt/slideLayouts/slideLayout20.xml><?xml version="1.0" encoding="utf-8"?>
<p:sldLayout xmlns:p="http://schemas.openxmlformats.org/presentationml/2006/main" matchingName="5_Тезисы_4">
  <p:cSld name="5_Тезисы_4">
    <p:spTree>
      <p:nvGrpSpPr>
        <p:cNvPr id="1" name=""/>
        <p:cNvGrpSpPr/>
        <p:nvPr/>
      </p:nvGrpSpPr>
      <p:grpSpPr>
        <a:xfrm xmlns:a="http://schemas.openxmlformats.org/drawingml/2006/main"/>
      </p:grpSpPr>
      <p:sp>
        <p:nvSpPr>
          <p:cNvPr id="163" name="Google Shape;163;p21">
            <a:extLst xmlns:a="http://schemas.openxmlformats.org/drawingml/2006/main">
              <a:ext uri="{FF2B5EF4-FFF2-40B4-BE49-F238E27FC236}">
                <a16:creationId xmlns:a16="http://schemas.microsoft.com/office/drawing/2014/main" id="{6C0C768D-FE6D-475C-BBD6-A52811B169EE}"/>
              </a:ext>
            </a:extLst>
          </p:cNvPr>
          <p:cNvSpPr>
            <a:spLocks xmlns:a="http://schemas.openxmlformats.org/drawingml/2006/main" noGrp="1"/>
          </p:cNvSpPr>
          <p:nvPr>
            <p:ph type="body" idx="1"/>
          </p:nvPr>
        </p:nvSpPr>
        <p:spPr>
          <a:xfrm xmlns:a="http://schemas.openxmlformats.org/drawingml/2006/main">
            <a:off x="401951" y="1981544"/>
            <a:ext cx="3465300" cy="8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64" name="Google Shape;164;p21">
            <a:extLst xmlns:a="http://schemas.openxmlformats.org/drawingml/2006/main">
              <a:ext uri="{FF2B5EF4-FFF2-40B4-BE49-F238E27FC236}">
                <a16:creationId xmlns:a16="http://schemas.microsoft.com/office/drawing/2014/main" id="{2566B03E-5528-4AD4-8FEF-A2B42CD3B01C}"/>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65" name="Google Shape;165;p21">
            <a:extLst xmlns:a="http://schemas.openxmlformats.org/drawingml/2006/main">
              <a:ext uri="{FF2B5EF4-FFF2-40B4-BE49-F238E27FC236}">
                <a16:creationId xmlns:a16="http://schemas.microsoft.com/office/drawing/2014/main" id="{452F611C-FB63-4C25-9F5A-9BE93304F498}"/>
              </a:ext>
            </a:extLst>
          </p:cNvPr>
          <p:cNvSpPr>
            <a:spLocks xmlns:a="http://schemas.openxmlformats.org/drawingml/2006/main" noGrp="1"/>
          </p:cNvSpPr>
          <p:nvPr>
            <p:ph type="body" idx="2"/>
          </p:nvPr>
        </p:nvSpPr>
        <p:spPr>
          <a:xfrm xmlns:a="http://schemas.openxmlformats.org/drawingml/2006/main">
            <a:off x="4234187" y="1524448"/>
            <a:ext cx="3378300" cy="44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66" name="Google Shape;166;p21">
            <a:extLst xmlns:a="http://schemas.openxmlformats.org/drawingml/2006/main">
              <a:ext uri="{FF2B5EF4-FFF2-40B4-BE49-F238E27FC236}">
                <a16:creationId xmlns:a16="http://schemas.microsoft.com/office/drawing/2014/main" id="{D7DD4547-8AB3-4AC6-BBD8-8AA781D81200}"/>
              </a:ext>
            </a:extLst>
          </p:cNvPr>
          <p:cNvSpPr>
            <a:spLocks xmlns:a="http://schemas.openxmlformats.org/drawingml/2006/main" noGrp="1"/>
          </p:cNvSpPr>
          <p:nvPr>
            <p:ph type="body" idx="3"/>
          </p:nvPr>
        </p:nvSpPr>
        <p:spPr>
          <a:xfrm xmlns:a="http://schemas.openxmlformats.org/drawingml/2006/main">
            <a:off x="401949" y="1524448"/>
            <a:ext cx="3378300" cy="44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67" name="Google Shape;167;p21">
            <a:extLst xmlns:a="http://schemas.openxmlformats.org/drawingml/2006/main">
              <a:ext uri="{FF2B5EF4-FFF2-40B4-BE49-F238E27FC236}">
                <a16:creationId xmlns:a16="http://schemas.microsoft.com/office/drawing/2014/main" id="{95024750-F398-4D8C-8E96-C711436958FE}"/>
              </a:ext>
            </a:extLst>
          </p:cNvPr>
          <p:cNvSpPr>
            <a:spLocks xmlns:a="http://schemas.openxmlformats.org/drawingml/2006/main" noGrp="1"/>
          </p:cNvSpPr>
          <p:nvPr>
            <p:ph type="body" idx="4"/>
          </p:nvPr>
        </p:nvSpPr>
        <p:spPr>
          <a:xfrm xmlns:a="http://schemas.openxmlformats.org/drawingml/2006/main">
            <a:off x="4234187" y="3540935"/>
            <a:ext cx="3378300" cy="44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68" name="Google Shape;168;p21">
            <a:extLst xmlns:a="http://schemas.openxmlformats.org/drawingml/2006/main">
              <a:ext uri="{FF2B5EF4-FFF2-40B4-BE49-F238E27FC236}">
                <a16:creationId xmlns:a16="http://schemas.microsoft.com/office/drawing/2014/main" id="{8CA19B6A-202B-4B8D-9DC2-D17D868BE36A}"/>
              </a:ext>
            </a:extLst>
          </p:cNvPr>
          <p:cNvSpPr>
            <a:spLocks xmlns:a="http://schemas.openxmlformats.org/drawingml/2006/main" noGrp="1"/>
          </p:cNvSpPr>
          <p:nvPr>
            <p:ph type="body" idx="5"/>
          </p:nvPr>
        </p:nvSpPr>
        <p:spPr>
          <a:xfrm xmlns:a="http://schemas.openxmlformats.org/drawingml/2006/main">
            <a:off x="401950" y="3540935"/>
            <a:ext cx="3378300" cy="44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69" name="Google Shape;169;p21">
            <a:extLst xmlns:a="http://schemas.openxmlformats.org/drawingml/2006/main">
              <a:ext uri="{FF2B5EF4-FFF2-40B4-BE49-F238E27FC236}">
                <a16:creationId xmlns:a16="http://schemas.microsoft.com/office/drawing/2014/main" id="{5219569E-4D06-4669-8FC4-A77E1C18859F}"/>
              </a:ext>
            </a:extLst>
          </p:cNvPr>
          <p:cNvSpPr>
            <a:spLocks xmlns:a="http://schemas.openxmlformats.org/drawingml/2006/main" noGrp="1"/>
          </p:cNvSpPr>
          <p:nvPr>
            <p:ph type="body" idx="6"/>
          </p:nvPr>
        </p:nvSpPr>
        <p:spPr>
          <a:xfrm xmlns:a="http://schemas.openxmlformats.org/drawingml/2006/main">
            <a:off x="4234187" y="1981544"/>
            <a:ext cx="3465300" cy="8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0" name="Google Shape;170;p21">
            <a:extLst xmlns:a="http://schemas.openxmlformats.org/drawingml/2006/main">
              <a:ext uri="{FF2B5EF4-FFF2-40B4-BE49-F238E27FC236}">
                <a16:creationId xmlns:a16="http://schemas.microsoft.com/office/drawing/2014/main" id="{9AC9C4DB-2B22-4B03-B37C-C8BC7C1C131E}"/>
              </a:ext>
            </a:extLst>
          </p:cNvPr>
          <p:cNvSpPr>
            <a:spLocks xmlns:a="http://schemas.openxmlformats.org/drawingml/2006/main" noGrp="1"/>
          </p:cNvSpPr>
          <p:nvPr>
            <p:ph type="body" idx="7"/>
          </p:nvPr>
        </p:nvSpPr>
        <p:spPr>
          <a:xfrm xmlns:a="http://schemas.openxmlformats.org/drawingml/2006/main">
            <a:off x="401951" y="4007281"/>
            <a:ext cx="3465300" cy="8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1" name="Google Shape;171;p21">
            <a:extLst xmlns:a="http://schemas.openxmlformats.org/drawingml/2006/main">
              <a:ext uri="{FF2B5EF4-FFF2-40B4-BE49-F238E27FC236}">
                <a16:creationId xmlns:a16="http://schemas.microsoft.com/office/drawing/2014/main" id="{ECF16BE6-2105-48FF-8965-CE3CD2DE5223}"/>
              </a:ext>
            </a:extLst>
          </p:cNvPr>
          <p:cNvSpPr>
            <a:spLocks xmlns:a="http://schemas.openxmlformats.org/drawingml/2006/main" noGrp="1"/>
          </p:cNvSpPr>
          <p:nvPr>
            <p:ph type="body" idx="8"/>
          </p:nvPr>
        </p:nvSpPr>
        <p:spPr>
          <a:xfrm xmlns:a="http://schemas.openxmlformats.org/drawingml/2006/main">
            <a:off x="4234187" y="4007281"/>
            <a:ext cx="3465300" cy="8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Tree>
  </p:cSld>
</p:sldLayout>
</file>

<file path=ppt/slideLayouts/slideLayout21.xml><?xml version="1.0" encoding="utf-8"?>
<p:sldLayout xmlns:p="http://schemas.openxmlformats.org/presentationml/2006/main" matchingName="5_Тезисы_3">
  <p:cSld name="5_Тезисы_3">
    <p:spTree>
      <p:nvGrpSpPr>
        <p:cNvPr id="1" name=""/>
        <p:cNvGrpSpPr/>
        <p:nvPr/>
      </p:nvGrpSpPr>
      <p:grpSpPr>
        <a:xfrm xmlns:a="http://schemas.openxmlformats.org/drawingml/2006/main"/>
      </p:grpSpPr>
      <p:sp>
        <p:nvSpPr>
          <p:cNvPr id="173" name="Google Shape;173;p22">
            <a:extLst xmlns:a="http://schemas.openxmlformats.org/drawingml/2006/main">
              <a:ext uri="{FF2B5EF4-FFF2-40B4-BE49-F238E27FC236}">
                <a16:creationId xmlns:a16="http://schemas.microsoft.com/office/drawing/2014/main" id="{6A97B450-1B39-402B-9C39-A8A7DC36960D}"/>
              </a:ext>
            </a:extLst>
          </p:cNvPr>
          <p:cNvSpPr>
            <a:spLocks xmlns:a="http://schemas.openxmlformats.org/drawingml/2006/main" noGrp="1"/>
          </p:cNvSpPr>
          <p:nvPr>
            <p:ph type="body" idx="1"/>
          </p:nvPr>
        </p:nvSpPr>
        <p:spPr>
          <a:xfrm xmlns:a="http://schemas.openxmlformats.org/drawingml/2006/main">
            <a:off x="401951" y="2693004"/>
            <a:ext cx="2583300" cy="12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4" name="Google Shape;174;p22">
            <a:extLst xmlns:a="http://schemas.openxmlformats.org/drawingml/2006/main">
              <a:ext uri="{FF2B5EF4-FFF2-40B4-BE49-F238E27FC236}">
                <a16:creationId xmlns:a16="http://schemas.microsoft.com/office/drawing/2014/main" id="{3635912D-0DC5-41B8-8CEE-E12F6C754C4F}"/>
              </a:ext>
            </a:extLst>
          </p:cNvPr>
          <p:cNvSpPr>
            <a:spLocks xmlns:a="http://schemas.openxmlformats.org/drawingml/2006/main" noGrp="1"/>
          </p:cNvSpPr>
          <p:nvPr>
            <p:ph type="body" idx="2"/>
          </p:nvPr>
        </p:nvSpPr>
        <p:spPr>
          <a:xfrm xmlns:a="http://schemas.openxmlformats.org/drawingml/2006/main">
            <a:off x="401950" y="1984029"/>
            <a:ext cx="25833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5" name="Google Shape;175;p22">
            <a:extLst xmlns:a="http://schemas.openxmlformats.org/drawingml/2006/main">
              <a:ext uri="{FF2B5EF4-FFF2-40B4-BE49-F238E27FC236}">
                <a16:creationId xmlns:a16="http://schemas.microsoft.com/office/drawing/2014/main" id="{C8132DF0-F527-4380-B88F-467BA522259D}"/>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76" name="Google Shape;176;p22">
            <a:extLst xmlns:a="http://schemas.openxmlformats.org/drawingml/2006/main">
              <a:ext uri="{FF2B5EF4-FFF2-40B4-BE49-F238E27FC236}">
                <a16:creationId xmlns:a16="http://schemas.microsoft.com/office/drawing/2014/main" id="{2C41478D-1879-4D11-AC87-FB9A3C099B66}"/>
              </a:ext>
            </a:extLst>
          </p:cNvPr>
          <p:cNvSpPr>
            <a:spLocks xmlns:a="http://schemas.openxmlformats.org/drawingml/2006/main" noGrp="1"/>
          </p:cNvSpPr>
          <p:nvPr>
            <p:ph type="body" idx="3"/>
          </p:nvPr>
        </p:nvSpPr>
        <p:spPr>
          <a:xfrm xmlns:a="http://schemas.openxmlformats.org/drawingml/2006/main">
            <a:off x="3272985" y="1984029"/>
            <a:ext cx="25833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7" name="Google Shape;177;p22">
            <a:extLst xmlns:a="http://schemas.openxmlformats.org/drawingml/2006/main">
              <a:ext uri="{FF2B5EF4-FFF2-40B4-BE49-F238E27FC236}">
                <a16:creationId xmlns:a16="http://schemas.microsoft.com/office/drawing/2014/main" id="{941F7773-9950-4850-B5EA-300EE1BC0F92}"/>
              </a:ext>
            </a:extLst>
          </p:cNvPr>
          <p:cNvSpPr>
            <a:spLocks xmlns:a="http://schemas.openxmlformats.org/drawingml/2006/main" noGrp="1"/>
          </p:cNvSpPr>
          <p:nvPr>
            <p:ph type="body" idx="4"/>
          </p:nvPr>
        </p:nvSpPr>
        <p:spPr>
          <a:xfrm xmlns:a="http://schemas.openxmlformats.org/drawingml/2006/main">
            <a:off x="6144020" y="1984029"/>
            <a:ext cx="25833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200"/>
              <a:buNone/>
              <a:defRPr b="1" i="0">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8" name="Google Shape;178;p22">
            <a:extLst xmlns:a="http://schemas.openxmlformats.org/drawingml/2006/main">
              <a:ext uri="{FF2B5EF4-FFF2-40B4-BE49-F238E27FC236}">
                <a16:creationId xmlns:a16="http://schemas.microsoft.com/office/drawing/2014/main" id="{FFE63B41-ECCA-4383-989C-D5C1B38B36D5}"/>
              </a:ext>
            </a:extLst>
          </p:cNvPr>
          <p:cNvSpPr>
            <a:spLocks xmlns:a="http://schemas.openxmlformats.org/drawingml/2006/main" noGrp="1"/>
          </p:cNvSpPr>
          <p:nvPr>
            <p:ph type="body" idx="5"/>
          </p:nvPr>
        </p:nvSpPr>
        <p:spPr>
          <a:xfrm xmlns:a="http://schemas.openxmlformats.org/drawingml/2006/main">
            <a:off x="3272985" y="2693004"/>
            <a:ext cx="2583300" cy="12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79" name="Google Shape;179;p22">
            <a:extLst xmlns:a="http://schemas.openxmlformats.org/drawingml/2006/main">
              <a:ext uri="{FF2B5EF4-FFF2-40B4-BE49-F238E27FC236}">
                <a16:creationId xmlns:a16="http://schemas.microsoft.com/office/drawing/2014/main" id="{9D710A01-7A0D-4425-B4CE-D5177C47B74A}"/>
              </a:ext>
            </a:extLst>
          </p:cNvPr>
          <p:cNvSpPr>
            <a:spLocks xmlns:a="http://schemas.openxmlformats.org/drawingml/2006/main" noGrp="1"/>
          </p:cNvSpPr>
          <p:nvPr>
            <p:ph type="body" idx="6"/>
          </p:nvPr>
        </p:nvSpPr>
        <p:spPr>
          <a:xfrm xmlns:a="http://schemas.openxmlformats.org/drawingml/2006/main">
            <a:off x="6144020" y="2693004"/>
            <a:ext cx="2583300" cy="12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100000"/>
              </a:lnSpc>
              <a:spcBef>
                <a:spcPts val="0"/>
              </a:spcBef>
              <a:spcAft>
                <a:spcPts val="0"/>
              </a:spcAft>
              <a:buSzPts val="1100"/>
              <a:buNone/>
              <a:defRPr sz="1100"/>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Tree>
  </p:cSld>
</p:sldLayout>
</file>

<file path=ppt/slideLayouts/slideLayout22.xml><?xml version="1.0" encoding="utf-8"?>
<p:sldLayout xmlns:p="http://schemas.openxmlformats.org/presentationml/2006/main" matchingName="10_Фото и текст">
  <p:cSld name="10_Фото и текст">
    <p:spTree>
      <p:nvGrpSpPr>
        <p:cNvPr id="1" name=""/>
        <p:cNvGrpSpPr/>
        <p:nvPr/>
      </p:nvGrpSpPr>
      <p:grpSpPr>
        <a:xfrm xmlns:a="http://schemas.openxmlformats.org/drawingml/2006/main"/>
      </p:grpSpPr>
      <p:pic>
        <p:nvPicPr>
          <p:cNvPr id="203" name="Google Shape;181;p23"/>
          <p:cNvPicPr>
            <a:picLocks xmlns:a="http://schemas.openxmlformats.org/drawingml/2006/main" noChangeAspect="1"/>
          </p:cNvPicPr>
          <p:nvPr/>
        </p:nvPicPr>
        <p:blipFill rotWithShape="1">
          <a:blip xmlns:r="http://schemas.openxmlformats.org/officeDocument/2006/relationships" xmlns:a="http://schemas.openxmlformats.org/drawingml/2006/main" r:embed="R799abee356f246ca">
            <a:alphaModFix amt="20000"/>
          </a:blip>
          <a:srcRect xmlns:a="http://schemas.openxmlformats.org/drawingml/2006/main" l="0" t="0" r="0" b="0"/>
          <a:stretch xmlns:a="http://schemas.openxmlformats.org/drawingml/2006/main"/>
        </p:blipFill>
        <p:spPr>
          <a:xfrm xmlns:a="http://schemas.openxmlformats.org/drawingml/2006/main" rot="-346893">
            <a:off x="3477993" y="555967"/>
            <a:ext cx="6649757" cy="4669583"/>
          </a:xfrm>
          <a:prstGeom xmlns:a="http://schemas.openxmlformats.org/drawingml/2006/main" prst="rect">
            <a:avLst/>
          </a:prstGeom>
          <a:ln xmlns:a="http://schemas.openxmlformats.org/drawingml/2006/main">
            <a:noFill/>
          </a:ln>
        </p:spPr>
      </p:pic>
      <p:pic>
        <p:nvPicPr>
          <p:cNvPr id="204" name="Google Shape;182;p23"/>
          <p:cNvPicPr>
            <a:picLocks xmlns:a="http://schemas.openxmlformats.org/drawingml/2006/main" noChangeAspect="1"/>
          </p:cNvPicPr>
          <p:nvPr/>
        </p:nvPicPr>
        <p:blipFill rotWithShape="1">
          <a:blip xmlns:r="http://schemas.openxmlformats.org/officeDocument/2006/relationships" xmlns:a="http://schemas.openxmlformats.org/drawingml/2006/main" r:embed="R73d2eb505cd841dd">
            <a:alphaModFix/>
          </a:blip>
          <a:srcRect xmlns:a="http://schemas.openxmlformats.org/drawingml/2006/main" l="0" t="0" r="0" b="0"/>
          <a:stretch xmlns:a="http://schemas.openxmlformats.org/drawingml/2006/main"/>
        </p:blipFill>
        <p:spPr>
          <a:xfrm xmlns:a="http://schemas.openxmlformats.org/drawingml/2006/main">
            <a:off x="4689407" y="1242099"/>
            <a:ext cx="1054275" cy="1054275"/>
          </a:xfrm>
          <a:prstGeom xmlns:a="http://schemas.openxmlformats.org/drawingml/2006/main" prst="rect">
            <a:avLst/>
          </a:prstGeom>
          <a:ln xmlns:a="http://schemas.openxmlformats.org/drawingml/2006/main">
            <a:noFill/>
          </a:ln>
        </p:spPr>
      </p:pic>
      <p:sp>
        <p:nvSpPr>
          <p:cNvPr id="183" name="Google Shape;183;p23">
            <a:extLst xmlns:a="http://schemas.openxmlformats.org/drawingml/2006/main">
              <a:ext uri="{FF2B5EF4-FFF2-40B4-BE49-F238E27FC236}">
                <a16:creationId xmlns:a16="http://schemas.microsoft.com/office/drawing/2014/main" id="{DD675ADF-62DD-4F48-9D2C-415449768D28}"/>
              </a:ext>
            </a:extLst>
          </p:cNvPr>
          <p:cNvSpPr>
            <a:spLocks xmlns:a="http://schemas.openxmlformats.org/drawingml/2006/main" noGrp="1"/>
          </p:cNvSpPr>
          <p:nvPr>
            <p:ph type="pic" idx="2"/>
          </p:nvPr>
        </p:nvSpPr>
        <p:spPr>
          <a:xfrm xmlns:a="http://schemas.openxmlformats.org/drawingml/2006/main">
            <a:off x="5036369" y="1659881"/>
            <a:ext cx="3711300" cy="2461800"/>
          </a:xfrm>
          <a:prstGeom xmlns:a="http://schemas.openxmlformats.org/drawingml/2006/main" prst="rect">
            <a:avLst/>
          </a:prstGeom>
          <a:noFill xmlns:a="http://schemas.openxmlformats.org/drawingml/2006/main"/>
          <a:ln xmlns:a="http://schemas.openxmlformats.org/drawingml/2006/main">
            <a:noFill/>
          </a:ln>
        </p:spPr>
      </p:sp>
      <p:pic>
        <p:nvPicPr>
          <p:cNvPr id="206" name="Google Shape;184;p23"/>
          <p:cNvPicPr>
            <a:picLocks xmlns:a="http://schemas.openxmlformats.org/drawingml/2006/main" noChangeAspect="1"/>
          </p:cNvPicPr>
          <p:nvPr/>
        </p:nvPicPr>
        <p:blipFill rotWithShape="1">
          <a:blip xmlns:r="http://schemas.openxmlformats.org/officeDocument/2006/relationships" xmlns:a="http://schemas.openxmlformats.org/drawingml/2006/main" r:embed="Rb3a7368237094e31">
            <a:alphaModFix/>
          </a:blip>
          <a:srcRect xmlns:a="http://schemas.openxmlformats.org/drawingml/2006/main" l="0" t="0" r="0" b="0"/>
          <a:stretch xmlns:a="http://schemas.openxmlformats.org/drawingml/2006/main"/>
        </p:blipFill>
        <p:spPr>
          <a:xfrm xmlns:a="http://schemas.openxmlformats.org/drawingml/2006/main">
            <a:off x="-228818" y="462926"/>
            <a:ext cx="5408119" cy="5143501"/>
          </a:xfrm>
          <a:prstGeom xmlns:a="http://schemas.openxmlformats.org/drawingml/2006/main" prst="rect">
            <a:avLst/>
          </a:prstGeom>
          <a:ln xmlns:a="http://schemas.openxmlformats.org/drawingml/2006/main">
            <a:noFill/>
          </a:ln>
        </p:spPr>
      </p:pic>
      <p:sp>
        <p:nvSpPr>
          <p:cNvPr id="185" name="Google Shape;185;p23">
            <a:extLst xmlns:a="http://schemas.openxmlformats.org/drawingml/2006/main">
              <a:ext uri="{FF2B5EF4-FFF2-40B4-BE49-F238E27FC236}">
                <a16:creationId xmlns:a16="http://schemas.microsoft.com/office/drawing/2014/main" id="{A0C26697-D599-4D23-A27A-0C4CEE67A91F}"/>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pic>
        <p:nvPicPr>
          <p:cNvPr id="208" name="Google Shape;186;p23"/>
          <p:cNvPicPr>
            <a:picLocks xmlns:a="http://schemas.openxmlformats.org/drawingml/2006/main" noChangeAspect="1"/>
          </p:cNvPicPr>
          <p:nvPr/>
        </p:nvPicPr>
        <p:blipFill rotWithShape="1">
          <a:blip xmlns:r="http://schemas.openxmlformats.org/officeDocument/2006/relationships" xmlns:a="http://schemas.openxmlformats.org/drawingml/2006/main" r:embed="Ra4fd5d7cc42947d1">
            <a:alphaModFix/>
          </a:blip>
          <a:srcRect xmlns:a="http://schemas.openxmlformats.org/drawingml/2006/main" l="0" t="0" r="0" b="0"/>
          <a:stretch xmlns:a="http://schemas.openxmlformats.org/drawingml/2006/main"/>
        </p:blipFill>
        <p:spPr>
          <a:xfrm xmlns:a="http://schemas.openxmlformats.org/drawingml/2006/main">
            <a:off x="7951688" y="3251745"/>
            <a:ext cx="1417223" cy="1417223"/>
          </a:xfrm>
          <a:prstGeom xmlns:a="http://schemas.openxmlformats.org/drawingml/2006/main" prst="rect">
            <a:avLst/>
          </a:prstGeom>
          <a:ln xmlns:a="http://schemas.openxmlformats.org/drawingml/2006/main">
            <a:noFill/>
          </a:ln>
        </p:spPr>
      </p:pic>
      <p:pic>
        <p:nvPicPr>
          <p:cNvPr id="209" name="Google Shape;187;p23"/>
          <p:cNvPicPr>
            <a:picLocks xmlns:a="http://schemas.openxmlformats.org/drawingml/2006/main" noChangeAspect="1"/>
          </p:cNvPicPr>
          <p:nvPr/>
        </p:nvPicPr>
        <p:blipFill rotWithShape="1">
          <a:blip xmlns:r="http://schemas.openxmlformats.org/officeDocument/2006/relationships" xmlns:a="http://schemas.openxmlformats.org/drawingml/2006/main" r:embed="R449c50135049421c">
            <a:alphaModFix/>
          </a:blip>
          <a:srcRect xmlns:a="http://schemas.openxmlformats.org/drawingml/2006/main" l="0" t="0" r="0" b="0"/>
          <a:stretch xmlns:a="http://schemas.openxmlformats.org/drawingml/2006/main"/>
        </p:blipFill>
        <p:spPr>
          <a:xfrm xmlns:a="http://schemas.openxmlformats.org/drawingml/2006/main">
            <a:off x="569652" y="1460199"/>
            <a:ext cx="431424" cy="431424"/>
          </a:xfrm>
          <a:prstGeom xmlns:a="http://schemas.openxmlformats.org/drawingml/2006/main" prst="rect">
            <a:avLst/>
          </a:prstGeom>
          <a:ln xmlns:a="http://schemas.openxmlformats.org/drawingml/2006/main">
            <a:noFill/>
          </a:ln>
        </p:spPr>
      </p:pic>
      <p:pic>
        <p:nvPicPr>
          <p:cNvPr id="210" name="Google Shape;188;p23"/>
          <p:cNvPicPr>
            <a:picLocks xmlns:a="http://schemas.openxmlformats.org/drawingml/2006/main" noChangeAspect="1"/>
          </p:cNvPicPr>
          <p:nvPr/>
        </p:nvPicPr>
        <p:blipFill rotWithShape="1">
          <a:blip xmlns:r="http://schemas.openxmlformats.org/officeDocument/2006/relationships" xmlns:a="http://schemas.openxmlformats.org/drawingml/2006/main" r:embed="R449c50135049421c">
            <a:alphaModFix/>
          </a:blip>
          <a:srcRect xmlns:a="http://schemas.openxmlformats.org/drawingml/2006/main" l="0" t="0" r="0" b="0"/>
          <a:stretch xmlns:a="http://schemas.openxmlformats.org/drawingml/2006/main"/>
        </p:blipFill>
        <p:spPr>
          <a:xfrm xmlns:a="http://schemas.openxmlformats.org/drawingml/2006/main">
            <a:off x="569652" y="2336043"/>
            <a:ext cx="431424" cy="431424"/>
          </a:xfrm>
          <a:prstGeom xmlns:a="http://schemas.openxmlformats.org/drawingml/2006/main" prst="rect">
            <a:avLst/>
          </a:prstGeom>
          <a:ln xmlns:a="http://schemas.openxmlformats.org/drawingml/2006/main">
            <a:noFill/>
          </a:ln>
        </p:spPr>
      </p:pic>
      <p:pic>
        <p:nvPicPr>
          <p:cNvPr id="211" name="Google Shape;189;p23"/>
          <p:cNvPicPr>
            <a:picLocks xmlns:a="http://schemas.openxmlformats.org/drawingml/2006/main" noChangeAspect="1"/>
          </p:cNvPicPr>
          <p:nvPr/>
        </p:nvPicPr>
        <p:blipFill rotWithShape="1">
          <a:blip xmlns:r="http://schemas.openxmlformats.org/officeDocument/2006/relationships" xmlns:a="http://schemas.openxmlformats.org/drawingml/2006/main" r:embed="R449c50135049421c">
            <a:alphaModFix/>
          </a:blip>
          <a:srcRect xmlns:a="http://schemas.openxmlformats.org/drawingml/2006/main" l="0" t="0" r="0" b="0"/>
          <a:stretch xmlns:a="http://schemas.openxmlformats.org/drawingml/2006/main"/>
        </p:blipFill>
        <p:spPr>
          <a:xfrm xmlns:a="http://schemas.openxmlformats.org/drawingml/2006/main">
            <a:off x="569652" y="3211887"/>
            <a:ext cx="431424" cy="431424"/>
          </a:xfrm>
          <a:prstGeom xmlns:a="http://schemas.openxmlformats.org/drawingml/2006/main" prst="rect">
            <a:avLst/>
          </a:prstGeom>
          <a:ln xmlns:a="http://schemas.openxmlformats.org/drawingml/2006/main">
            <a:noFill/>
          </a:ln>
        </p:spPr>
      </p:pic>
      <p:pic>
        <p:nvPicPr>
          <p:cNvPr id="212" name="Google Shape;190;p23"/>
          <p:cNvPicPr>
            <a:picLocks xmlns:a="http://schemas.openxmlformats.org/drawingml/2006/main" noChangeAspect="1"/>
          </p:cNvPicPr>
          <p:nvPr/>
        </p:nvPicPr>
        <p:blipFill rotWithShape="1">
          <a:blip xmlns:r="http://schemas.openxmlformats.org/officeDocument/2006/relationships" xmlns:a="http://schemas.openxmlformats.org/drawingml/2006/main" r:embed="R449c50135049421c">
            <a:alphaModFix/>
          </a:blip>
          <a:srcRect xmlns:a="http://schemas.openxmlformats.org/drawingml/2006/main" l="0" t="0" r="0" b="0"/>
          <a:stretch xmlns:a="http://schemas.openxmlformats.org/drawingml/2006/main"/>
        </p:blipFill>
        <p:spPr>
          <a:xfrm xmlns:a="http://schemas.openxmlformats.org/drawingml/2006/main">
            <a:off x="569652" y="4087732"/>
            <a:ext cx="431424" cy="431424"/>
          </a:xfrm>
          <a:prstGeom xmlns:a="http://schemas.openxmlformats.org/drawingml/2006/main" prst="rect">
            <a:avLst/>
          </a:prstGeom>
          <a:ln xmlns:a="http://schemas.openxmlformats.org/drawingml/2006/main">
            <a:noFill/>
          </a:ln>
        </p:spPr>
      </p:pic>
      <p:sp>
        <p:nvSpPr>
          <p:cNvPr id="191" name="Google Shape;191;p23">
            <a:extLst xmlns:a="http://schemas.openxmlformats.org/drawingml/2006/main">
              <a:ext uri="{FF2B5EF4-FFF2-40B4-BE49-F238E27FC236}">
                <a16:creationId xmlns:a16="http://schemas.microsoft.com/office/drawing/2014/main" id="{B2BAABEC-F842-4FD2-8CD5-9308FE0697ED}"/>
              </a:ext>
            </a:extLst>
          </p:cNvPr>
          <p:cNvSpPr>
            <a:spLocks xmlns:a="http://schemas.openxmlformats.org/drawingml/2006/main" noGrp="1"/>
          </p:cNvSpPr>
          <p:nvPr>
            <p:ph type="body" idx="1"/>
          </p:nvPr>
        </p:nvSpPr>
        <p:spPr>
          <a:xfrm xmlns:a="http://schemas.openxmlformats.org/drawingml/2006/main">
            <a:off x="1001076" y="1358275"/>
            <a:ext cx="32556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92" name="Google Shape;192;p23">
            <a:extLst xmlns:a="http://schemas.openxmlformats.org/drawingml/2006/main">
              <a:ext uri="{FF2B5EF4-FFF2-40B4-BE49-F238E27FC236}">
                <a16:creationId xmlns:a16="http://schemas.microsoft.com/office/drawing/2014/main" id="{F70029DE-1D10-4A1D-8728-8FEEE5B6313D}"/>
              </a:ext>
            </a:extLst>
          </p:cNvPr>
          <p:cNvSpPr>
            <a:spLocks xmlns:a="http://schemas.openxmlformats.org/drawingml/2006/main" noGrp="1"/>
          </p:cNvSpPr>
          <p:nvPr>
            <p:ph type="body" idx="3"/>
          </p:nvPr>
        </p:nvSpPr>
        <p:spPr>
          <a:xfrm xmlns:a="http://schemas.openxmlformats.org/drawingml/2006/main">
            <a:off x="1001076" y="2236124"/>
            <a:ext cx="32556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93" name="Google Shape;193;p23">
            <a:extLst xmlns:a="http://schemas.openxmlformats.org/drawingml/2006/main">
              <a:ext uri="{FF2B5EF4-FFF2-40B4-BE49-F238E27FC236}">
                <a16:creationId xmlns:a16="http://schemas.microsoft.com/office/drawing/2014/main" id="{72B18F05-14C1-4CD2-8F04-14806B600992}"/>
              </a:ext>
            </a:extLst>
          </p:cNvPr>
          <p:cNvSpPr>
            <a:spLocks xmlns:a="http://schemas.openxmlformats.org/drawingml/2006/main" noGrp="1"/>
          </p:cNvSpPr>
          <p:nvPr>
            <p:ph type="body" idx="4"/>
          </p:nvPr>
        </p:nvSpPr>
        <p:spPr>
          <a:xfrm xmlns:a="http://schemas.openxmlformats.org/drawingml/2006/main">
            <a:off x="1001076" y="3113972"/>
            <a:ext cx="32556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194" name="Google Shape;194;p23">
            <a:extLst xmlns:a="http://schemas.openxmlformats.org/drawingml/2006/main">
              <a:ext uri="{FF2B5EF4-FFF2-40B4-BE49-F238E27FC236}">
                <a16:creationId xmlns:a16="http://schemas.microsoft.com/office/drawing/2014/main" id="{676BAA57-5B32-4552-A094-010FC2F69120}"/>
              </a:ext>
            </a:extLst>
          </p:cNvPr>
          <p:cNvSpPr>
            <a:spLocks xmlns:a="http://schemas.openxmlformats.org/drawingml/2006/main" noGrp="1"/>
          </p:cNvSpPr>
          <p:nvPr>
            <p:ph type="body" idx="5"/>
          </p:nvPr>
        </p:nvSpPr>
        <p:spPr>
          <a:xfrm xmlns:a="http://schemas.openxmlformats.org/drawingml/2006/main">
            <a:off x="1001076" y="3991820"/>
            <a:ext cx="3255600" cy="6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l">
              <a:lnSpc>
                <a:spcPct val="100000"/>
              </a:lnSpc>
              <a:spcBef>
                <a:spcPts val="0"/>
              </a:spcBef>
              <a:spcAft>
                <a:spcPts val="0"/>
              </a:spcAft>
              <a:buSzPts val="1200"/>
              <a:buNone/>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Tree>
  </p:cSld>
</p:sldLayout>
</file>

<file path=ppt/slideLayouts/slideLayout23.xml><?xml version="1.0" encoding="utf-8"?>
<p:sldLayout xmlns:p="http://schemas.openxmlformats.org/presentationml/2006/main" matchingName="13_Один куар">
  <p:cSld name="13_Один куар">
    <p:spTree>
      <p:nvGrpSpPr>
        <p:cNvPr id="1" name=""/>
        <p:cNvGrpSpPr/>
        <p:nvPr/>
      </p:nvGrpSpPr>
      <p:grpSpPr>
        <a:xfrm xmlns:a="http://schemas.openxmlformats.org/drawingml/2006/main"/>
      </p:grpSpPr>
      <p:sp>
        <p:nvSpPr>
          <p:cNvPr id="196" name="Google Shape;196;p24">
            <a:extLst xmlns:a="http://schemas.openxmlformats.org/drawingml/2006/main">
              <a:ext uri="{FF2B5EF4-FFF2-40B4-BE49-F238E27FC236}">
                <a16:creationId xmlns:a16="http://schemas.microsoft.com/office/drawing/2014/main" id="{1257F6A4-4F9A-4628-A095-34F5C2034A03}"/>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pic>
        <p:nvPicPr>
          <p:cNvPr id="206" name="Google Shape;197;p24"/>
          <p:cNvPicPr>
            <a:picLocks xmlns:a="http://schemas.openxmlformats.org/drawingml/2006/main" noChangeAspect="1"/>
          </p:cNvPicPr>
          <p:nvPr/>
        </p:nvPicPr>
        <p:blipFill rotWithShape="1">
          <a:blip xmlns:r="http://schemas.openxmlformats.org/officeDocument/2006/relationships" xmlns:a="http://schemas.openxmlformats.org/drawingml/2006/main" r:embed="R14ddc5a5e6f04213">
            <a:alphaModFix/>
          </a:blip>
          <a:srcRect xmlns:a="http://schemas.openxmlformats.org/drawingml/2006/main" l="35909" t="51599" r="14500" b="9954"/>
          <a:stretch xmlns:a="http://schemas.openxmlformats.org/drawingml/2006/main"/>
        </p:blipFill>
        <p:spPr>
          <a:xfrm xmlns:a="http://schemas.openxmlformats.org/drawingml/2006/main" rot="-5621714">
            <a:off x="4559278" y="1840060"/>
            <a:ext cx="5575018" cy="4322125"/>
          </a:xfrm>
          <a:prstGeom xmlns:a="http://schemas.openxmlformats.org/drawingml/2006/main" prst="rect">
            <a:avLst/>
          </a:prstGeom>
          <a:ln xmlns:a="http://schemas.openxmlformats.org/drawingml/2006/main">
            <a:noFill/>
          </a:ln>
        </p:spPr>
      </p:pic>
      <p:pic>
        <p:nvPicPr>
          <p:cNvPr id="207" name="Google Shape;198;p24"/>
          <p:cNvPicPr>
            <a:picLocks xmlns:a="http://schemas.openxmlformats.org/drawingml/2006/main" noChangeAspect="1"/>
          </p:cNvPicPr>
          <p:nvPr/>
        </p:nvPicPr>
        <p:blipFill rotWithShape="1">
          <a:blip xmlns:r="http://schemas.openxmlformats.org/officeDocument/2006/relationships" xmlns:a="http://schemas.openxmlformats.org/drawingml/2006/main" r:embed="R14ddc5a5e6f04213">
            <a:alphaModFix/>
          </a:blip>
          <a:srcRect xmlns:a="http://schemas.openxmlformats.org/drawingml/2006/main" l="20254" t="51540" r="49452" b="10012"/>
          <a:stretch xmlns:a="http://schemas.openxmlformats.org/drawingml/2006/main"/>
        </p:blipFill>
        <p:spPr>
          <a:xfrm xmlns:a="http://schemas.openxmlformats.org/drawingml/2006/main" rot="6446314">
            <a:off x="735729" y="912423"/>
            <a:ext cx="3405600" cy="4322122"/>
          </a:xfrm>
          <a:prstGeom xmlns:a="http://schemas.openxmlformats.org/drawingml/2006/main" prst="rect">
            <a:avLst/>
          </a:prstGeom>
          <a:ln xmlns:a="http://schemas.openxmlformats.org/drawingml/2006/main">
            <a:noFill/>
          </a:ln>
        </p:spPr>
      </p:pic>
      <p:pic>
        <p:nvPicPr>
          <p:cNvPr id="208" name="Google Shape;199;p24"/>
          <p:cNvPicPr>
            <a:picLocks xmlns:a="http://schemas.openxmlformats.org/drawingml/2006/main" noChangeAspect="1"/>
          </p:cNvPicPr>
          <p:nvPr/>
        </p:nvPicPr>
        <p:blipFill rotWithShape="1">
          <a:blip xmlns:r="http://schemas.openxmlformats.org/officeDocument/2006/relationships" xmlns:a="http://schemas.openxmlformats.org/drawingml/2006/main" r:embed="R6056af031093451f">
            <a:alphaModFix/>
          </a:blip>
          <a:srcRect xmlns:a="http://schemas.openxmlformats.org/drawingml/2006/main" l="0" t="0" r="0" b="0"/>
          <a:stretch xmlns:a="http://schemas.openxmlformats.org/drawingml/2006/main"/>
        </p:blipFill>
        <p:spPr>
          <a:xfrm xmlns:a="http://schemas.openxmlformats.org/drawingml/2006/main">
            <a:off x="2287626" y="351257"/>
            <a:ext cx="4638677" cy="4629151"/>
          </a:xfrm>
          <a:prstGeom xmlns:a="http://schemas.openxmlformats.org/drawingml/2006/main" prst="rect">
            <a:avLst/>
          </a:prstGeom>
          <a:ln xmlns:a="http://schemas.openxmlformats.org/drawingml/2006/main">
            <a:noFill/>
          </a:ln>
        </p:spPr>
      </p:pic>
      <p:sp>
        <p:nvSpPr>
          <p:cNvPr id="200" name="Google Shape;200;p24">
            <a:extLst xmlns:a="http://schemas.openxmlformats.org/drawingml/2006/main">
              <a:ext uri="{FF2B5EF4-FFF2-40B4-BE49-F238E27FC236}">
                <a16:creationId xmlns:a16="http://schemas.microsoft.com/office/drawing/2014/main" id="{87BD273D-E870-4443-8CA3-6408CF03C9DC}"/>
              </a:ext>
            </a:extLst>
          </p:cNvPr>
          <p:cNvSpPr>
            <a:spLocks xmlns:a="http://schemas.openxmlformats.org/drawingml/2006/main" noGrp="1"/>
          </p:cNvSpPr>
          <p:nvPr>
            <p:ph type="body" idx="1"/>
          </p:nvPr>
        </p:nvSpPr>
        <p:spPr>
          <a:xfrm xmlns:a="http://schemas.openxmlformats.org/drawingml/2006/main">
            <a:off x="3270941" y="4001125"/>
            <a:ext cx="2602200" cy="4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ctr">
              <a:lnSpc>
                <a:spcPct val="100000"/>
              </a:lnSpc>
              <a:spcBef>
                <a:spcPts val="0"/>
              </a:spcBef>
              <a:spcAft>
                <a:spcPts val="0"/>
              </a:spcAft>
              <a:buSzPts val="1400"/>
              <a:buNone/>
              <a:defRPr sz="1400" b="1" i="0">
                <a:solidFill>
                  <a:schemeClr val="lt1"/>
                </a:solidFill>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201" name="Google Shape;201;p24">
            <a:extLst xmlns:a="http://schemas.openxmlformats.org/drawingml/2006/main">
              <a:ext uri="{FF2B5EF4-FFF2-40B4-BE49-F238E27FC236}">
                <a16:creationId xmlns:a16="http://schemas.microsoft.com/office/drawing/2014/main" id="{C05489CD-7FCE-457F-A6F9-734A28E9CCA3}"/>
              </a:ext>
            </a:extLst>
          </p:cNvPr>
          <p:cNvSpPr>
            <a:spLocks xmlns:a="http://schemas.openxmlformats.org/drawingml/2006/main" noGrp="1"/>
          </p:cNvSpPr>
          <p:nvPr>
            <p:ph type="pic" idx="2"/>
          </p:nvPr>
        </p:nvSpPr>
        <p:spPr>
          <a:xfrm xmlns:a="http://schemas.openxmlformats.org/drawingml/2006/main">
            <a:off x="3402051" y="1244862"/>
            <a:ext cx="2409900" cy="2409900"/>
          </a:xfrm>
          <a:prstGeom xmlns:a="http://schemas.openxmlformats.org/drawingml/2006/main" prst="rect">
            <a:avLst/>
          </a:prstGeom>
          <a:noFill xmlns:a="http://schemas.openxmlformats.org/drawingml/2006/main"/>
          <a:ln xmlns:a="http://schemas.openxmlformats.org/drawingml/2006/main">
            <a:noFill/>
          </a:ln>
        </p:spPr>
      </p:sp>
    </p:spTree>
  </p:cSld>
</p:sldLayout>
</file>

<file path=ppt/slideLayouts/slideLayout24.xml><?xml version="1.0" encoding="utf-8"?>
<p:sldLayout xmlns:p="http://schemas.openxmlformats.org/presentationml/2006/main" matchingName="13_Два куара">
  <p:cSld name="13_Два куара">
    <p:spTree>
      <p:nvGrpSpPr>
        <p:cNvPr id="1" name=""/>
        <p:cNvGrpSpPr/>
        <p:nvPr/>
      </p:nvGrpSpPr>
      <p:grpSpPr>
        <a:xfrm xmlns:a="http://schemas.openxmlformats.org/drawingml/2006/main"/>
      </p:grpSpPr>
      <p:pic>
        <p:nvPicPr>
          <p:cNvPr id="216" name="Google Shape;203;p25"/>
          <p:cNvPicPr>
            <a:picLocks xmlns:a="http://schemas.openxmlformats.org/drawingml/2006/main" noChangeAspect="1"/>
          </p:cNvPicPr>
          <p:nvPr/>
        </p:nvPicPr>
        <p:blipFill rotWithShape="1">
          <a:blip xmlns:r="http://schemas.openxmlformats.org/officeDocument/2006/relationships" xmlns:a="http://schemas.openxmlformats.org/drawingml/2006/main" r:embed="R2775e8ab82594e17">
            <a:alphaModFix/>
          </a:blip>
          <a:srcRect xmlns:a="http://schemas.openxmlformats.org/drawingml/2006/main" l="35909" t="51599" r="14500" b="9954"/>
          <a:stretch xmlns:a="http://schemas.openxmlformats.org/drawingml/2006/main"/>
        </p:blipFill>
        <p:spPr>
          <a:xfrm xmlns:a="http://schemas.openxmlformats.org/drawingml/2006/main" rot="-6878472">
            <a:off x="3914021" y="817158"/>
            <a:ext cx="6243192" cy="4840139"/>
          </a:xfrm>
          <a:prstGeom xmlns:a="http://schemas.openxmlformats.org/drawingml/2006/main" prst="rect">
            <a:avLst/>
          </a:prstGeom>
          <a:ln xmlns:a="http://schemas.openxmlformats.org/drawingml/2006/main">
            <a:noFill/>
          </a:ln>
        </p:spPr>
      </p:pic>
      <p:pic>
        <p:nvPicPr>
          <p:cNvPr id="217" name="Google Shape;204;p25"/>
          <p:cNvPicPr>
            <a:picLocks xmlns:a="http://schemas.openxmlformats.org/drawingml/2006/main" noChangeAspect="1"/>
          </p:cNvPicPr>
          <p:nvPr/>
        </p:nvPicPr>
        <p:blipFill rotWithShape="1">
          <a:blip xmlns:r="http://schemas.openxmlformats.org/officeDocument/2006/relationships" xmlns:a="http://schemas.openxmlformats.org/drawingml/2006/main" r:embed="R2775e8ab82594e17">
            <a:alphaModFix/>
          </a:blip>
          <a:srcRect xmlns:a="http://schemas.openxmlformats.org/drawingml/2006/main" l="21364" t="61091" r="48640" b="18186"/>
          <a:stretch xmlns:a="http://schemas.openxmlformats.org/drawingml/2006/main"/>
        </p:blipFill>
        <p:spPr>
          <a:xfrm xmlns:a="http://schemas.openxmlformats.org/drawingml/2006/main" rot="7162030">
            <a:off x="-890011" y="2134849"/>
            <a:ext cx="4080396" cy="2818861"/>
          </a:xfrm>
          <a:prstGeom xmlns:a="http://schemas.openxmlformats.org/drawingml/2006/main" prst="rect">
            <a:avLst/>
          </a:prstGeom>
          <a:ln xmlns:a="http://schemas.openxmlformats.org/drawingml/2006/main">
            <a:noFill/>
          </a:ln>
        </p:spPr>
      </p:pic>
      <p:pic>
        <p:nvPicPr>
          <p:cNvPr id="218" name="Google Shape;205;p25"/>
          <p:cNvPicPr>
            <a:picLocks xmlns:a="http://schemas.openxmlformats.org/drawingml/2006/main" noChangeAspect="1"/>
          </p:cNvPicPr>
          <p:nvPr/>
        </p:nvPicPr>
        <p:blipFill rotWithShape="1">
          <a:blip xmlns:r="http://schemas.openxmlformats.org/officeDocument/2006/relationships" xmlns:a="http://schemas.openxmlformats.org/drawingml/2006/main" r:embed="R5e2c4307c91f4b4c">
            <a:alphaModFix/>
          </a:blip>
          <a:srcRect xmlns:a="http://schemas.openxmlformats.org/drawingml/2006/main" l="0" t="0" r="0" b="0"/>
          <a:stretch xmlns:a="http://schemas.openxmlformats.org/drawingml/2006/main"/>
        </p:blipFill>
        <p:spPr>
          <a:xfrm xmlns:a="http://schemas.openxmlformats.org/drawingml/2006/main">
            <a:off x="370649" y="475892"/>
            <a:ext cx="4638677" cy="4629151"/>
          </a:xfrm>
          <a:prstGeom xmlns:a="http://schemas.openxmlformats.org/drawingml/2006/main" prst="rect">
            <a:avLst/>
          </a:prstGeom>
          <a:ln xmlns:a="http://schemas.openxmlformats.org/drawingml/2006/main">
            <a:noFill/>
          </a:ln>
        </p:spPr>
      </p:pic>
      <p:pic>
        <p:nvPicPr>
          <p:cNvPr id="219" name="Google Shape;206;p25"/>
          <p:cNvPicPr>
            <a:picLocks xmlns:a="http://schemas.openxmlformats.org/drawingml/2006/main" noChangeAspect="1"/>
          </p:cNvPicPr>
          <p:nvPr/>
        </p:nvPicPr>
        <p:blipFill rotWithShape="1">
          <a:blip xmlns:r="http://schemas.openxmlformats.org/officeDocument/2006/relationships" xmlns:a="http://schemas.openxmlformats.org/drawingml/2006/main" r:embed="R5e2c4307c91f4b4c">
            <a:alphaModFix/>
          </a:blip>
          <a:srcRect xmlns:a="http://schemas.openxmlformats.org/drawingml/2006/main" l="0" t="0" r="0" b="0"/>
          <a:stretch xmlns:a="http://schemas.openxmlformats.org/drawingml/2006/main"/>
        </p:blipFill>
        <p:spPr>
          <a:xfrm xmlns:a="http://schemas.openxmlformats.org/drawingml/2006/main">
            <a:off x="4185411" y="475892"/>
            <a:ext cx="4638677" cy="4629151"/>
          </a:xfrm>
          <a:prstGeom xmlns:a="http://schemas.openxmlformats.org/drawingml/2006/main" prst="rect">
            <a:avLst/>
          </a:prstGeom>
          <a:ln xmlns:a="http://schemas.openxmlformats.org/drawingml/2006/main">
            <a:noFill/>
          </a:ln>
        </p:spPr>
      </p:pic>
      <p:sp>
        <p:nvSpPr>
          <p:cNvPr id="207" name="Google Shape;207;p25">
            <a:extLst xmlns:a="http://schemas.openxmlformats.org/drawingml/2006/main">
              <a:ext uri="{FF2B5EF4-FFF2-40B4-BE49-F238E27FC236}">
                <a16:creationId xmlns:a16="http://schemas.microsoft.com/office/drawing/2014/main" id="{6A9984E6-FB57-4CAB-B9B1-E630B3535ABB}"/>
              </a:ext>
            </a:extLst>
          </p:cNvPr>
          <p:cNvSpPr>
            <a:spLocks xmlns:a="http://schemas.openxmlformats.org/drawingml/2006/main" noGrp="1"/>
          </p:cNvSpPr>
          <p:nvPr>
            <p:ph type="title" idx="0"/>
          </p:nvPr>
        </p:nvSpPr>
        <p:spPr>
          <a:xfrm xmlns:a="http://schemas.openxmlformats.org/drawingml/2006/main">
            <a:off x="291025" y="372689"/>
            <a:ext cx="6978300" cy="52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08" name="Google Shape;208;p25">
            <a:extLst xmlns:a="http://schemas.openxmlformats.org/drawingml/2006/main">
              <a:ext uri="{FF2B5EF4-FFF2-40B4-BE49-F238E27FC236}">
                <a16:creationId xmlns:a16="http://schemas.microsoft.com/office/drawing/2014/main" id="{0AD2618C-AEEE-4F33-BAE5-69BF41400D6A}"/>
              </a:ext>
            </a:extLst>
          </p:cNvPr>
          <p:cNvSpPr>
            <a:spLocks xmlns:a="http://schemas.openxmlformats.org/drawingml/2006/main" noGrp="1"/>
          </p:cNvSpPr>
          <p:nvPr>
            <p:ph type="body" idx="1"/>
          </p:nvPr>
        </p:nvSpPr>
        <p:spPr>
          <a:xfrm xmlns:a="http://schemas.openxmlformats.org/drawingml/2006/main">
            <a:off x="5206549" y="4126855"/>
            <a:ext cx="2602200" cy="4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ctr">
              <a:lnSpc>
                <a:spcPct val="100000"/>
              </a:lnSpc>
              <a:spcBef>
                <a:spcPts val="0"/>
              </a:spcBef>
              <a:spcAft>
                <a:spcPts val="0"/>
              </a:spcAft>
              <a:buSzPts val="1400"/>
              <a:buNone/>
              <a:defRPr sz="1400" b="1" i="0">
                <a:solidFill>
                  <a:schemeClr val="lt1"/>
                </a:solidFill>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209" name="Google Shape;209;p25">
            <a:extLst xmlns:a="http://schemas.openxmlformats.org/drawingml/2006/main">
              <a:ext uri="{FF2B5EF4-FFF2-40B4-BE49-F238E27FC236}">
                <a16:creationId xmlns:a16="http://schemas.microsoft.com/office/drawing/2014/main" id="{4A1D0B97-4229-40FC-8827-61BDCDD1429D}"/>
              </a:ext>
            </a:extLst>
          </p:cNvPr>
          <p:cNvSpPr>
            <a:spLocks xmlns:a="http://schemas.openxmlformats.org/drawingml/2006/main" noGrp="1"/>
          </p:cNvSpPr>
          <p:nvPr>
            <p:ph type="body" idx="2"/>
          </p:nvPr>
        </p:nvSpPr>
        <p:spPr>
          <a:xfrm xmlns:a="http://schemas.openxmlformats.org/drawingml/2006/main">
            <a:off x="1366069" y="4126855"/>
            <a:ext cx="2602200" cy="4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L="457200" indent="-228600" algn="ctr">
              <a:lnSpc>
                <a:spcPct val="100000"/>
              </a:lnSpc>
              <a:spcBef>
                <a:spcPts val="0"/>
              </a:spcBef>
              <a:spcAft>
                <a:spcPts val="0"/>
              </a:spcAft>
              <a:buSzPts val="1400"/>
              <a:buNone/>
              <a:defRPr sz="1400" b="1" i="0">
                <a:solidFill>
                  <a:schemeClr val="lt1"/>
                </a:solidFill>
                <a:latin typeface="Montserrat SemiBold"/>
                <a:ea typeface="Montserrat SemiBold"/>
                <a:cs typeface="Montserrat SemiBold"/>
              </a:defRPr>
            </a:lvl1pPr>
            <a:lvl2pPr marL="914400" indent="-317500" algn="l">
              <a:lnSpc>
                <a:spcPct val="100000"/>
              </a:lnSpc>
              <a:spcBef>
                <a:spcPts val="1200"/>
              </a:spcBef>
              <a:spcAft>
                <a:spcPts val="0"/>
              </a:spcAft>
              <a:buSzPts val="1400"/>
              <a:buChar char="○"/>
              <a:defRPr/>
            </a:lvl2pPr>
            <a:lvl3pPr marL="1371600" indent="-317500" algn="l">
              <a:lnSpc>
                <a:spcPct val="100000"/>
              </a:lnSpc>
              <a:spcBef>
                <a:spcPts val="1200"/>
              </a:spcBef>
              <a:spcAft>
                <a:spcPts val="0"/>
              </a:spcAft>
              <a:buSzPts val="1400"/>
              <a:buChar char="■"/>
              <a:defRPr/>
            </a:lvl3pPr>
            <a:lvl4pPr marL="1828800" indent="-317500" algn="l">
              <a:lnSpc>
                <a:spcPct val="100000"/>
              </a:lnSpc>
              <a:spcBef>
                <a:spcPts val="1200"/>
              </a:spcBef>
              <a:spcAft>
                <a:spcPts val="0"/>
              </a:spcAft>
              <a:buSzPts val="1400"/>
              <a:buChar char="●"/>
              <a:defRPr/>
            </a:lvl4pPr>
            <a:lvl5pPr marL="2286000" indent="-317500" algn="l">
              <a:lnSpc>
                <a:spcPct val="100000"/>
              </a:lnSpc>
              <a:spcBef>
                <a:spcPts val="1200"/>
              </a:spcBef>
              <a:spcAft>
                <a:spcPts val="0"/>
              </a:spcAft>
              <a:buSzPts val="1400"/>
              <a:buChar char="○"/>
              <a:defRPr/>
            </a:lvl5pPr>
            <a:lvl6pPr marL="2743200" indent="-317500" algn="l">
              <a:lnSpc>
                <a:spcPct val="90000"/>
              </a:lnSpc>
              <a:spcBef>
                <a:spcPts val="1200"/>
              </a:spcBef>
              <a:spcAft>
                <a:spcPts val="0"/>
              </a:spcAft>
              <a:buClr>
                <a:schemeClr val="dk1"/>
              </a:buClr>
              <a:buSzPts val="1400"/>
              <a:buChar char="■"/>
              <a:defRPr/>
            </a:lvl6pPr>
            <a:lvl7pPr marL="3200400" indent="-317500" algn="l">
              <a:lnSpc>
                <a:spcPct val="90000"/>
              </a:lnSpc>
              <a:spcBef>
                <a:spcPts val="1200"/>
              </a:spcBef>
              <a:spcAft>
                <a:spcPts val="0"/>
              </a:spcAft>
              <a:buClr>
                <a:schemeClr val="dk1"/>
              </a:buClr>
              <a:buSzPts val="1400"/>
              <a:buChar char="●"/>
              <a:defRPr/>
            </a:lvl7pPr>
            <a:lvl8pPr marL="3657600" indent="-317500" algn="l">
              <a:lnSpc>
                <a:spcPct val="90000"/>
              </a:lnSpc>
              <a:spcBef>
                <a:spcPts val="1200"/>
              </a:spcBef>
              <a:spcAft>
                <a:spcPts val="0"/>
              </a:spcAft>
              <a:buClr>
                <a:schemeClr val="dk1"/>
              </a:buClr>
              <a:buSzPts val="1400"/>
              <a:buChar char="○"/>
              <a:defRPr/>
            </a:lvl8pPr>
            <a:lvl9pPr marL="4114800" indent="-317500" algn="l">
              <a:lnSpc>
                <a:spcPct val="90000"/>
              </a:lnSpc>
              <a:spcBef>
                <a:spcPts val="1200"/>
              </a:spcBef>
              <a:spcAft>
                <a:spcPts val="1200"/>
              </a:spcAft>
              <a:buClr>
                <a:schemeClr val="dk1"/>
              </a:buClr>
              <a:buSzPts val="1400"/>
              <a:buChar char="■"/>
              <a:defRPr/>
            </a:lvl9pPr>
          </a:lstStyle>
          <a:p xmlns:a="http://schemas.openxmlformats.org/drawingml/2006/main">
            <a:endParaRPr/>
          </a:p>
        </p:txBody>
      </p:sp>
      <p:sp>
        <p:nvSpPr>
          <p:cNvPr id="210" name="Google Shape;210;p25">
            <a:extLst xmlns:a="http://schemas.openxmlformats.org/drawingml/2006/main">
              <a:ext uri="{FF2B5EF4-FFF2-40B4-BE49-F238E27FC236}">
                <a16:creationId xmlns:a16="http://schemas.microsoft.com/office/drawing/2014/main" id="{02A2635A-4FC4-4268-BCBD-0DB52B1679AF}"/>
              </a:ext>
            </a:extLst>
          </p:cNvPr>
          <p:cNvSpPr>
            <a:spLocks xmlns:a="http://schemas.openxmlformats.org/drawingml/2006/main" noGrp="1"/>
          </p:cNvSpPr>
          <p:nvPr>
            <p:ph type="pic" idx="3"/>
          </p:nvPr>
        </p:nvSpPr>
        <p:spPr>
          <a:xfrm xmlns:a="http://schemas.openxmlformats.org/drawingml/2006/main">
            <a:off x="1462213" y="1396048"/>
            <a:ext cx="2409900" cy="2409900"/>
          </a:xfrm>
          <a:prstGeom xmlns:a="http://schemas.openxmlformats.org/drawingml/2006/main" prst="rect">
            <a:avLst/>
          </a:prstGeom>
          <a:noFill xmlns:a="http://schemas.openxmlformats.org/drawingml/2006/main"/>
          <a:ln xmlns:a="http://schemas.openxmlformats.org/drawingml/2006/main">
            <a:noFill/>
          </a:ln>
        </p:spPr>
      </p:sp>
      <p:sp>
        <p:nvSpPr>
          <p:cNvPr id="211" name="Google Shape;211;p25">
            <a:extLst xmlns:a="http://schemas.openxmlformats.org/drawingml/2006/main">
              <a:ext uri="{FF2B5EF4-FFF2-40B4-BE49-F238E27FC236}">
                <a16:creationId xmlns:a16="http://schemas.microsoft.com/office/drawing/2014/main" id="{D3D16BD5-DC0E-479F-93A9-51E819E4BF05}"/>
              </a:ext>
            </a:extLst>
          </p:cNvPr>
          <p:cNvSpPr>
            <a:spLocks xmlns:a="http://schemas.openxmlformats.org/drawingml/2006/main" noGrp="1"/>
          </p:cNvSpPr>
          <p:nvPr>
            <p:ph type="pic" idx="4"/>
          </p:nvPr>
        </p:nvSpPr>
        <p:spPr>
          <a:xfrm xmlns:a="http://schemas.openxmlformats.org/drawingml/2006/main">
            <a:off x="5302693" y="1396048"/>
            <a:ext cx="2409900" cy="2409900"/>
          </a:xfrm>
          <a:prstGeom xmlns:a="http://schemas.openxmlformats.org/drawingml/2006/main" prst="rect">
            <a:avLst/>
          </a:prstGeom>
          <a:noFill xmlns:a="http://schemas.openxmlformats.org/drawingml/2006/main"/>
          <a:ln xmlns:a="http://schemas.openxmlformats.org/drawingml/2006/main">
            <a:noFill/>
          </a:ln>
        </p:spPr>
      </p:sp>
    </p:spTree>
  </p:cSld>
</p:sldLayout>
</file>

<file path=ppt/slideLayouts/slideLayout25.xml><?xml version="1.0" encoding="utf-8"?>
<p:sldLayout xmlns:p="http://schemas.openxmlformats.org/presentationml/2006/main" matchingName="а 1">
  <p:cSld name="а_1">
    <p:spTree>
      <p:nvGrpSpPr>
        <p:cNvPr id="1" name=""/>
        <p:cNvGrpSpPr/>
        <p:nvPr/>
      </p:nvGrpSpPr>
      <p:grpSpPr>
        <a:xfrm xmlns:a="http://schemas.openxmlformats.org/drawingml/2006/main"/>
      </p:grpSpPr>
    </p:spTree>
  </p:cSld>
</p:sldLayout>
</file>

<file path=ppt/slideLayouts/slideLayout26.xml><?xml version="1.0" encoding="utf-8"?>
<p:sldLayout xmlns:p="http://schemas.openxmlformats.org/presentationml/2006/main" matchingName="Титульный слайд" type="title">
  <p:cSld name="TITLE">
    <p:spTree>
      <p:nvGrpSpPr>
        <p:cNvPr id="1" name=""/>
        <p:cNvGrpSpPr/>
        <p:nvPr/>
      </p:nvGrpSpPr>
      <p:grpSpPr>
        <a:xfrm xmlns:a="http://schemas.openxmlformats.org/drawingml/2006/main"/>
      </p:grpSpPr>
      <p:sp>
        <p:nvSpPr>
          <p:cNvPr id="220" name="Google Shape;220;p28">
            <a:extLst xmlns:a="http://schemas.openxmlformats.org/drawingml/2006/main">
              <a:ext uri="{FF2B5EF4-FFF2-40B4-BE49-F238E27FC236}">
                <a16:creationId xmlns:a16="http://schemas.microsoft.com/office/drawing/2014/main" id="{5771D170-D7EB-48B6-B17E-DAED9E0BCD47}"/>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Clr>
                <a:schemeClr val="dk1"/>
              </a:buClr>
              <a:buSzPts val="4500"/>
              <a:buFont typeface="Play"/>
              <a:buNone/>
              <a:defRPr sz="45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21" name="Google Shape;221;p28">
            <a:extLst xmlns:a="http://schemas.openxmlformats.org/drawingml/2006/main">
              <a:ext uri="{FF2B5EF4-FFF2-40B4-BE49-F238E27FC236}">
                <a16:creationId xmlns:a16="http://schemas.microsoft.com/office/drawing/2014/main" id="{90C2C8A0-6F11-487F-BCB9-4C7B84484B6E}"/>
              </a:ext>
            </a:extLst>
          </p:cNvPr>
          <p:cNvSpPr>
            <a:spLocks xmlns:a="http://schemas.openxmlformats.org/drawingml/2006/main" noGrp="1"/>
          </p:cNvSpPr>
          <p:nvPr>
            <p:ph type="subTitle" idx="1"/>
          </p:nvPr>
        </p:nvSpPr>
        <p:spPr>
          <a:xfrm xmlns:a="http://schemas.openxmlformats.org/drawingml/2006/main">
            <a:off x="1143000" y="2701528"/>
            <a:ext cx="6858000" cy="12418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Clr>
                <a:schemeClr val="dk1"/>
              </a:buClr>
              <a:buSzPts val="1800"/>
              <a:buNone/>
              <a:defRPr sz="1800"/>
            </a:lvl1pPr>
            <a:lvl2pPr algn="ctr">
              <a:lnSpc>
                <a:spcPct val="90000"/>
              </a:lnSpc>
              <a:spcBef>
                <a:spcPts val="400"/>
              </a:spcBef>
              <a:spcAft>
                <a:spcPts val="0"/>
              </a:spcAft>
              <a:buClr>
                <a:schemeClr val="dk1"/>
              </a:buClr>
              <a:buSzPts val="1500"/>
              <a:buNone/>
              <a:defRPr sz="1500"/>
            </a:lvl2pPr>
            <a:lvl3pPr algn="ctr">
              <a:lnSpc>
                <a:spcPct val="90000"/>
              </a:lnSpc>
              <a:spcBef>
                <a:spcPts val="400"/>
              </a:spcBef>
              <a:spcAft>
                <a:spcPts val="0"/>
              </a:spcAft>
              <a:buClr>
                <a:schemeClr val="dk1"/>
              </a:buClr>
              <a:buSzPts val="1400"/>
              <a:buNone/>
              <a:defRPr sz="1400"/>
            </a:lvl3pPr>
            <a:lvl4pPr algn="ctr">
              <a:lnSpc>
                <a:spcPct val="90000"/>
              </a:lnSpc>
              <a:spcBef>
                <a:spcPts val="400"/>
              </a:spcBef>
              <a:spcAft>
                <a:spcPts val="0"/>
              </a:spcAft>
              <a:buClr>
                <a:schemeClr val="dk1"/>
              </a:buClr>
              <a:buSzPts val="1200"/>
              <a:buNone/>
              <a:defRPr sz="1200"/>
            </a:lvl4pPr>
            <a:lvl5pPr algn="ctr">
              <a:lnSpc>
                <a:spcPct val="90000"/>
              </a:lnSpc>
              <a:spcBef>
                <a:spcPts val="400"/>
              </a:spcBef>
              <a:spcAft>
                <a:spcPts val="0"/>
              </a:spcAft>
              <a:buClr>
                <a:schemeClr val="dk1"/>
              </a:buClr>
              <a:buSzPts val="1200"/>
              <a:buNone/>
              <a:defRPr sz="1200"/>
            </a:lvl5pPr>
            <a:lvl6pPr algn="ctr">
              <a:lnSpc>
                <a:spcPct val="90000"/>
              </a:lnSpc>
              <a:spcBef>
                <a:spcPts val="400"/>
              </a:spcBef>
              <a:spcAft>
                <a:spcPts val="0"/>
              </a:spcAft>
              <a:buClr>
                <a:schemeClr val="dk1"/>
              </a:buClr>
              <a:buSzPts val="1200"/>
              <a:buNone/>
              <a:defRPr sz="1200"/>
            </a:lvl6pPr>
            <a:lvl7pPr algn="ctr">
              <a:lnSpc>
                <a:spcPct val="90000"/>
              </a:lnSpc>
              <a:spcBef>
                <a:spcPts val="400"/>
              </a:spcBef>
              <a:spcAft>
                <a:spcPts val="0"/>
              </a:spcAft>
              <a:buClr>
                <a:schemeClr val="dk1"/>
              </a:buClr>
              <a:buSzPts val="1200"/>
              <a:buNone/>
              <a:defRPr sz="1200"/>
            </a:lvl7pPr>
            <a:lvl8pPr algn="ctr">
              <a:lnSpc>
                <a:spcPct val="90000"/>
              </a:lnSpc>
              <a:spcBef>
                <a:spcPts val="400"/>
              </a:spcBef>
              <a:spcAft>
                <a:spcPts val="0"/>
              </a:spcAft>
              <a:buClr>
                <a:schemeClr val="dk1"/>
              </a:buClr>
              <a:buSzPts val="1200"/>
              <a:buNone/>
              <a:defRPr sz="1200"/>
            </a:lvl8pPr>
            <a:lvl9pPr algn="ctr">
              <a:lnSpc>
                <a:spcPct val="90000"/>
              </a:lnSpc>
              <a:spcBef>
                <a:spcPts val="400"/>
              </a:spcBef>
              <a:spcAft>
                <a:spcPts val="0"/>
              </a:spcAft>
              <a:buClr>
                <a:schemeClr val="dk1"/>
              </a:buClr>
              <a:buSzPts val="1200"/>
              <a:buNone/>
              <a:defRPr sz="1200"/>
            </a:lvl9pPr>
          </a:lstStyle>
          <a:p xmlns:a="http://schemas.openxmlformats.org/drawingml/2006/main">
            <a:endParaRPr/>
          </a:p>
        </p:txBody>
      </p:sp>
      <p:sp>
        <p:nvSpPr>
          <p:cNvPr id="222" name="Google Shape;222;p28">
            <a:extLst xmlns:a="http://schemas.openxmlformats.org/drawingml/2006/main">
              <a:ext uri="{FF2B5EF4-FFF2-40B4-BE49-F238E27FC236}">
                <a16:creationId xmlns:a16="http://schemas.microsoft.com/office/drawing/2014/main" id="{B16B9A82-87C6-4598-B218-E0F508C6C837}"/>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23" name="Google Shape;223;p28">
            <a:extLst xmlns:a="http://schemas.openxmlformats.org/drawingml/2006/main">
              <a:ext uri="{FF2B5EF4-FFF2-40B4-BE49-F238E27FC236}">
                <a16:creationId xmlns:a16="http://schemas.microsoft.com/office/drawing/2014/main" id="{34EA0365-DCA1-42E8-9BBD-71A385B3E59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24" name="Google Shape;224;p28">
            <a:extLst xmlns:a="http://schemas.openxmlformats.org/drawingml/2006/main">
              <a:ext uri="{FF2B5EF4-FFF2-40B4-BE49-F238E27FC236}">
                <a16:creationId xmlns:a16="http://schemas.microsoft.com/office/drawing/2014/main" id="{C766B46F-FF28-41B7-B407-4CD22418BE30}"/>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7.xml><?xml version="1.0" encoding="utf-8"?>
<p:sldLayout xmlns:p="http://schemas.openxmlformats.org/presentationml/2006/main" matchingName="Заголовок и объект" type="obj">
  <p:cSld name="OBJECT">
    <p:spTree>
      <p:nvGrpSpPr>
        <p:cNvPr id="1" name=""/>
        <p:cNvGrpSpPr/>
        <p:nvPr/>
      </p:nvGrpSpPr>
      <p:grpSpPr>
        <a:xfrm xmlns:a="http://schemas.openxmlformats.org/drawingml/2006/main"/>
      </p:grpSpPr>
      <p:sp>
        <p:nvSpPr>
          <p:cNvPr id="226" name="Google Shape;226;p29">
            <a:extLst xmlns:a="http://schemas.openxmlformats.org/drawingml/2006/main">
              <a:ext uri="{FF2B5EF4-FFF2-40B4-BE49-F238E27FC236}">
                <a16:creationId xmlns:a16="http://schemas.microsoft.com/office/drawing/2014/main" id="{A7D6A393-4A3F-459F-B051-FFE4DC610EB9}"/>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27" name="Google Shape;227;p29">
            <a:extLst xmlns:a="http://schemas.openxmlformats.org/drawingml/2006/main">
              <a:ext uri="{FF2B5EF4-FFF2-40B4-BE49-F238E27FC236}">
                <a16:creationId xmlns:a16="http://schemas.microsoft.com/office/drawing/2014/main" id="{D9CFED16-54DA-4F45-BADE-F540097C1A2D}"/>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28" name="Google Shape;228;p29">
            <a:extLst xmlns:a="http://schemas.openxmlformats.org/drawingml/2006/main">
              <a:ext uri="{FF2B5EF4-FFF2-40B4-BE49-F238E27FC236}">
                <a16:creationId xmlns:a16="http://schemas.microsoft.com/office/drawing/2014/main" id="{E3BC66F4-5E51-47DD-B392-BD0523B7CB7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29" name="Google Shape;229;p29">
            <a:extLst xmlns:a="http://schemas.openxmlformats.org/drawingml/2006/main">
              <a:ext uri="{FF2B5EF4-FFF2-40B4-BE49-F238E27FC236}">
                <a16:creationId xmlns:a16="http://schemas.microsoft.com/office/drawing/2014/main" id="{BDFC3B29-702A-4631-8184-B664F3F9CD5B}"/>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30" name="Google Shape;230;p29">
            <a:extLst xmlns:a="http://schemas.openxmlformats.org/drawingml/2006/main">
              <a:ext uri="{FF2B5EF4-FFF2-40B4-BE49-F238E27FC236}">
                <a16:creationId xmlns:a16="http://schemas.microsoft.com/office/drawing/2014/main" id="{CC23D8B6-D932-4966-8DC8-CF41EDDE7027}"/>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8.xml><?xml version="1.0" encoding="utf-8"?>
<p:sldLayout xmlns:p="http://schemas.openxmlformats.org/presentationml/2006/main" matchingName="Заголовок раздела" type="secHead">
  <p:cSld name="SECTION_HEADER">
    <p:spTree>
      <p:nvGrpSpPr>
        <p:cNvPr id="1" name=""/>
        <p:cNvGrpSpPr/>
        <p:nvPr/>
      </p:nvGrpSpPr>
      <p:grpSpPr>
        <a:xfrm xmlns:a="http://schemas.openxmlformats.org/drawingml/2006/main"/>
      </p:grpSpPr>
      <p:sp>
        <p:nvSpPr>
          <p:cNvPr id="232" name="Google Shape;232;p30">
            <a:extLst xmlns:a="http://schemas.openxmlformats.org/drawingml/2006/main">
              <a:ext uri="{FF2B5EF4-FFF2-40B4-BE49-F238E27FC236}">
                <a16:creationId xmlns:a16="http://schemas.microsoft.com/office/drawing/2014/main" id="{E36F4D18-595B-47A7-9F83-DC799FD9026E}"/>
              </a:ext>
            </a:extLst>
          </p:cNvPr>
          <p:cNvSpPr>
            <a:spLocks xmlns:a="http://schemas.openxmlformats.org/drawingml/2006/main" noGrp="1"/>
          </p:cNvSpPr>
          <p:nvPr>
            <p:ph type="title" idx="0"/>
          </p:nvPr>
        </p:nvSpPr>
        <p:spPr>
          <a:xfrm xmlns:a="http://schemas.openxmlformats.org/drawingml/2006/main">
            <a:off x="623888" y="1282304"/>
            <a:ext cx="7886700" cy="21395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4500"/>
              <a:buFont typeface="Play"/>
              <a:buNone/>
              <a:defRPr sz="45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33" name="Google Shape;233;p30">
            <a:extLst xmlns:a="http://schemas.openxmlformats.org/drawingml/2006/main">
              <a:ext uri="{FF2B5EF4-FFF2-40B4-BE49-F238E27FC236}">
                <a16:creationId xmlns:a16="http://schemas.microsoft.com/office/drawing/2014/main" id="{7A2F7B30-37CB-441D-8FCA-805D6886857A}"/>
              </a:ext>
            </a:extLst>
          </p:cNvPr>
          <p:cNvSpPr>
            <a:spLocks xmlns:a="http://schemas.openxmlformats.org/drawingml/2006/main" noGrp="1"/>
          </p:cNvSpPr>
          <p:nvPr>
            <p:ph type="body" idx="1"/>
          </p:nvPr>
        </p:nvSpPr>
        <p:spPr>
          <a:xfrm xmlns:a="http://schemas.openxmlformats.org/drawingml/2006/main">
            <a:off x="623888" y="3442097"/>
            <a:ext cx="78867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rgbClr val="757575"/>
              </a:buClr>
              <a:buSzPts val="1800"/>
              <a:buNone/>
              <a:defRPr sz="1800">
                <a:solidFill>
                  <a:srgbClr val="757575"/>
                </a:solidFill>
              </a:defRPr>
            </a:lvl1pPr>
            <a:lvl2pPr marL="914400" indent="-228600" algn="l">
              <a:lnSpc>
                <a:spcPct val="90000"/>
              </a:lnSpc>
              <a:spcBef>
                <a:spcPts val="400"/>
              </a:spcBef>
              <a:spcAft>
                <a:spcPts val="0"/>
              </a:spcAft>
              <a:buClr>
                <a:srgbClr val="757575"/>
              </a:buClr>
              <a:buSzPts val="1500"/>
              <a:buNone/>
              <a:defRPr sz="1500">
                <a:solidFill>
                  <a:srgbClr val="757575"/>
                </a:solidFill>
              </a:defRPr>
            </a:lvl2pPr>
            <a:lvl3pPr marL="1371600" indent="-228600" algn="l">
              <a:lnSpc>
                <a:spcPct val="90000"/>
              </a:lnSpc>
              <a:spcBef>
                <a:spcPts val="400"/>
              </a:spcBef>
              <a:spcAft>
                <a:spcPts val="0"/>
              </a:spcAft>
              <a:buClr>
                <a:srgbClr val="757575"/>
              </a:buClr>
              <a:buSzPts val="1400"/>
              <a:buNone/>
              <a:defRPr sz="1400">
                <a:solidFill>
                  <a:srgbClr val="757575"/>
                </a:solidFill>
              </a:defRPr>
            </a:lvl3pPr>
            <a:lvl4pPr marL="1828800" indent="-228600" algn="l">
              <a:lnSpc>
                <a:spcPct val="90000"/>
              </a:lnSpc>
              <a:spcBef>
                <a:spcPts val="400"/>
              </a:spcBef>
              <a:spcAft>
                <a:spcPts val="0"/>
              </a:spcAft>
              <a:buClr>
                <a:srgbClr val="757575"/>
              </a:buClr>
              <a:buSzPts val="1200"/>
              <a:buNone/>
              <a:defRPr sz="1200">
                <a:solidFill>
                  <a:srgbClr val="757575"/>
                </a:solidFill>
              </a:defRPr>
            </a:lvl4pPr>
            <a:lvl5pPr marL="2286000" indent="-228600" algn="l">
              <a:lnSpc>
                <a:spcPct val="90000"/>
              </a:lnSpc>
              <a:spcBef>
                <a:spcPts val="400"/>
              </a:spcBef>
              <a:spcAft>
                <a:spcPts val="0"/>
              </a:spcAft>
              <a:buClr>
                <a:srgbClr val="757575"/>
              </a:buClr>
              <a:buSzPts val="1200"/>
              <a:buNone/>
              <a:defRPr sz="1200">
                <a:solidFill>
                  <a:srgbClr val="757575"/>
                </a:solidFill>
              </a:defRPr>
            </a:lvl5pPr>
            <a:lvl6pPr marL="2743200" indent="-228600" algn="l">
              <a:lnSpc>
                <a:spcPct val="90000"/>
              </a:lnSpc>
              <a:spcBef>
                <a:spcPts val="400"/>
              </a:spcBef>
              <a:spcAft>
                <a:spcPts val="0"/>
              </a:spcAft>
              <a:buClr>
                <a:srgbClr val="757575"/>
              </a:buClr>
              <a:buSzPts val="1200"/>
              <a:buNone/>
              <a:defRPr sz="1200">
                <a:solidFill>
                  <a:srgbClr val="757575"/>
                </a:solidFill>
              </a:defRPr>
            </a:lvl6pPr>
            <a:lvl7pPr marL="3200400" indent="-228600" algn="l">
              <a:lnSpc>
                <a:spcPct val="90000"/>
              </a:lnSpc>
              <a:spcBef>
                <a:spcPts val="400"/>
              </a:spcBef>
              <a:spcAft>
                <a:spcPts val="0"/>
              </a:spcAft>
              <a:buClr>
                <a:srgbClr val="757575"/>
              </a:buClr>
              <a:buSzPts val="1200"/>
              <a:buNone/>
              <a:defRPr sz="1200">
                <a:solidFill>
                  <a:srgbClr val="757575"/>
                </a:solidFill>
              </a:defRPr>
            </a:lvl7pPr>
            <a:lvl8pPr marL="3657600" indent="-228600" algn="l">
              <a:lnSpc>
                <a:spcPct val="90000"/>
              </a:lnSpc>
              <a:spcBef>
                <a:spcPts val="400"/>
              </a:spcBef>
              <a:spcAft>
                <a:spcPts val="0"/>
              </a:spcAft>
              <a:buClr>
                <a:srgbClr val="757575"/>
              </a:buClr>
              <a:buSzPts val="1200"/>
              <a:buNone/>
              <a:defRPr sz="1200">
                <a:solidFill>
                  <a:srgbClr val="757575"/>
                </a:solidFill>
              </a:defRPr>
            </a:lvl8pPr>
            <a:lvl9pPr marL="4114800" indent="-228600" algn="l">
              <a:lnSpc>
                <a:spcPct val="90000"/>
              </a:lnSpc>
              <a:spcBef>
                <a:spcPts val="400"/>
              </a:spcBef>
              <a:spcAft>
                <a:spcPts val="0"/>
              </a:spcAft>
              <a:buClr>
                <a:srgbClr val="757575"/>
              </a:buClr>
              <a:buSzPts val="1200"/>
              <a:buNone/>
              <a:defRPr sz="1200">
                <a:solidFill>
                  <a:srgbClr val="757575"/>
                </a:solidFill>
              </a:defRPr>
            </a:lvl9pPr>
          </a:lstStyle>
          <a:p xmlns:a="http://schemas.openxmlformats.org/drawingml/2006/main">
            <a:endParaRPr/>
          </a:p>
        </p:txBody>
      </p:sp>
      <p:sp>
        <p:nvSpPr>
          <p:cNvPr id="234" name="Google Shape;234;p30">
            <a:extLst xmlns:a="http://schemas.openxmlformats.org/drawingml/2006/main">
              <a:ext uri="{FF2B5EF4-FFF2-40B4-BE49-F238E27FC236}">
                <a16:creationId xmlns:a16="http://schemas.microsoft.com/office/drawing/2014/main" id="{62F7934E-0AF3-41D3-BD2E-22A3B1DE881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35" name="Google Shape;235;p30">
            <a:extLst xmlns:a="http://schemas.openxmlformats.org/drawingml/2006/main">
              <a:ext uri="{FF2B5EF4-FFF2-40B4-BE49-F238E27FC236}">
                <a16:creationId xmlns:a16="http://schemas.microsoft.com/office/drawing/2014/main" id="{175826C6-3118-42C8-924F-3F9630C17A3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36" name="Google Shape;236;p30">
            <a:extLst xmlns:a="http://schemas.openxmlformats.org/drawingml/2006/main">
              <a:ext uri="{FF2B5EF4-FFF2-40B4-BE49-F238E27FC236}">
                <a16:creationId xmlns:a16="http://schemas.microsoft.com/office/drawing/2014/main" id="{87285392-7062-449C-9442-7F7F6D2D6BE2}"/>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9.xml><?xml version="1.0" encoding="utf-8"?>
<p:sldLayout xmlns:p="http://schemas.openxmlformats.org/presentationml/2006/main" matchingName="Два объекта" type="twoObj">
  <p:cSld name="TWO_OBJECTS">
    <p:spTree>
      <p:nvGrpSpPr>
        <p:cNvPr id="1" name=""/>
        <p:cNvGrpSpPr/>
        <p:nvPr/>
      </p:nvGrpSpPr>
      <p:grpSpPr>
        <a:xfrm xmlns:a="http://schemas.openxmlformats.org/drawingml/2006/main"/>
      </p:grpSpPr>
      <p:sp>
        <p:nvSpPr>
          <p:cNvPr id="238" name="Google Shape;238;p31">
            <a:extLst xmlns:a="http://schemas.openxmlformats.org/drawingml/2006/main">
              <a:ext uri="{FF2B5EF4-FFF2-40B4-BE49-F238E27FC236}">
                <a16:creationId xmlns:a16="http://schemas.microsoft.com/office/drawing/2014/main" id="{1CCE4B3C-A788-4F8F-A4BD-94624F43A5D0}"/>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39" name="Google Shape;239;p31">
            <a:extLst xmlns:a="http://schemas.openxmlformats.org/drawingml/2006/main">
              <a:ext uri="{FF2B5EF4-FFF2-40B4-BE49-F238E27FC236}">
                <a16:creationId xmlns:a16="http://schemas.microsoft.com/office/drawing/2014/main" id="{8FE665F8-69CD-402F-98DD-196D34FA3328}"/>
              </a:ext>
            </a:extLst>
          </p:cNvPr>
          <p:cNvSpPr>
            <a:spLocks xmlns:a="http://schemas.openxmlformats.org/drawingml/2006/main" noGrp="1"/>
          </p:cNvSpPr>
          <p:nvPr>
            <p:ph type="body" idx="1"/>
          </p:nvPr>
        </p:nvSpPr>
        <p:spPr>
          <a:xfrm xmlns:a="http://schemas.openxmlformats.org/drawingml/2006/main">
            <a:off x="6286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40" name="Google Shape;240;p31">
            <a:extLst xmlns:a="http://schemas.openxmlformats.org/drawingml/2006/main">
              <a:ext uri="{FF2B5EF4-FFF2-40B4-BE49-F238E27FC236}">
                <a16:creationId xmlns:a16="http://schemas.microsoft.com/office/drawing/2014/main" id="{24C35A2B-03F8-4228-ACCA-E1A57080887E}"/>
              </a:ext>
            </a:extLst>
          </p:cNvPr>
          <p:cNvSpPr>
            <a:spLocks xmlns:a="http://schemas.openxmlformats.org/drawingml/2006/main" noGrp="1"/>
          </p:cNvSpPr>
          <p:nvPr>
            <p:ph type="body" idx="2"/>
          </p:nvPr>
        </p:nvSpPr>
        <p:spPr>
          <a:xfrm xmlns:a="http://schemas.openxmlformats.org/drawingml/2006/main">
            <a:off x="46291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41" name="Google Shape;241;p31">
            <a:extLst xmlns:a="http://schemas.openxmlformats.org/drawingml/2006/main">
              <a:ext uri="{FF2B5EF4-FFF2-40B4-BE49-F238E27FC236}">
                <a16:creationId xmlns:a16="http://schemas.microsoft.com/office/drawing/2014/main" id="{A17ED6E1-6F8F-4247-B32B-E88E20CDF21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42" name="Google Shape;242;p31">
            <a:extLst xmlns:a="http://schemas.openxmlformats.org/drawingml/2006/main">
              <a:ext uri="{FF2B5EF4-FFF2-40B4-BE49-F238E27FC236}">
                <a16:creationId xmlns:a16="http://schemas.microsoft.com/office/drawing/2014/main" id="{75C2BC44-D85C-4F19-B99F-611E9381EBE1}"/>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43" name="Google Shape;243;p31">
            <a:extLst xmlns:a="http://schemas.openxmlformats.org/drawingml/2006/main">
              <a:ext uri="{FF2B5EF4-FFF2-40B4-BE49-F238E27FC236}">
                <a16:creationId xmlns:a16="http://schemas.microsoft.com/office/drawing/2014/main" id="{8588E505-7AC3-4BAC-9DBE-76F982C1822F}"/>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0.xml><?xml version="1.0" encoding="utf-8"?>
<p:sldLayout xmlns:p="http://schemas.openxmlformats.org/presentationml/2006/main" matchingName="Сравнение" type="twoTxTwoObj">
  <p:cSld name="TWO_OBJECTS_WITH_TEXT">
    <p:spTree>
      <p:nvGrpSpPr>
        <p:cNvPr id="1" name=""/>
        <p:cNvGrpSpPr/>
        <p:nvPr/>
      </p:nvGrpSpPr>
      <p:grpSpPr>
        <a:xfrm xmlns:a="http://schemas.openxmlformats.org/drawingml/2006/main"/>
      </p:grpSpPr>
      <p:sp>
        <p:nvSpPr>
          <p:cNvPr id="245" name="Google Shape;245;p32">
            <a:extLst xmlns:a="http://schemas.openxmlformats.org/drawingml/2006/main">
              <a:ext uri="{FF2B5EF4-FFF2-40B4-BE49-F238E27FC236}">
                <a16:creationId xmlns:a16="http://schemas.microsoft.com/office/drawing/2014/main" id="{0B893FBD-D86F-489A-80F4-1A9FE6C14A74}"/>
              </a:ext>
            </a:extLst>
          </p:cNvPr>
          <p:cNvSpPr>
            <a:spLocks xmlns:a="http://schemas.openxmlformats.org/drawingml/2006/main" noGrp="1"/>
          </p:cNvSpPr>
          <p:nvPr>
            <p:ph type="title" idx="0"/>
          </p:nvPr>
        </p:nvSpPr>
        <p:spPr>
          <a:xfrm xmlns:a="http://schemas.openxmlformats.org/drawingml/2006/main">
            <a:off x="629841"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46" name="Google Shape;246;p32">
            <a:extLst xmlns:a="http://schemas.openxmlformats.org/drawingml/2006/main">
              <a:ext uri="{FF2B5EF4-FFF2-40B4-BE49-F238E27FC236}">
                <a16:creationId xmlns:a16="http://schemas.microsoft.com/office/drawing/2014/main" id="{D1D3CC0D-B2F4-43F3-89FD-8148DA984C3A}"/>
              </a:ext>
            </a:extLst>
          </p:cNvPr>
          <p:cNvSpPr>
            <a:spLocks xmlns:a="http://schemas.openxmlformats.org/drawingml/2006/main" noGrp="1"/>
          </p:cNvSpPr>
          <p:nvPr>
            <p:ph type="body" idx="1"/>
          </p:nvPr>
        </p:nvSpPr>
        <p:spPr>
          <a:xfrm xmlns:a="http://schemas.openxmlformats.org/drawingml/2006/main">
            <a:off x="629841" y="1260872"/>
            <a:ext cx="3868340"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Clr>
                <a:schemeClr val="dk1"/>
              </a:buClr>
              <a:buSzPts val="1800"/>
              <a:buNone/>
              <a:defRPr sz="1800" b="1"/>
            </a:lvl1pPr>
            <a:lvl2pPr marL="914400" indent="-228600" algn="l">
              <a:lnSpc>
                <a:spcPct val="90000"/>
              </a:lnSpc>
              <a:spcBef>
                <a:spcPts val="400"/>
              </a:spcBef>
              <a:spcAft>
                <a:spcPts val="0"/>
              </a:spcAft>
              <a:buClr>
                <a:schemeClr val="dk1"/>
              </a:buClr>
              <a:buSzPts val="1500"/>
              <a:buNone/>
              <a:defRPr sz="1500" b="1"/>
            </a:lvl2pPr>
            <a:lvl3pPr marL="1371600" indent="-228600" algn="l">
              <a:lnSpc>
                <a:spcPct val="90000"/>
              </a:lnSpc>
              <a:spcBef>
                <a:spcPts val="400"/>
              </a:spcBef>
              <a:spcAft>
                <a:spcPts val="0"/>
              </a:spcAft>
              <a:buClr>
                <a:schemeClr val="dk1"/>
              </a:buClr>
              <a:buSzPts val="1400"/>
              <a:buNone/>
              <a:defRPr sz="1400" b="1"/>
            </a:lvl3pPr>
            <a:lvl4pPr marL="1828800" indent="-228600" algn="l">
              <a:lnSpc>
                <a:spcPct val="90000"/>
              </a:lnSpc>
              <a:spcBef>
                <a:spcPts val="400"/>
              </a:spcBef>
              <a:spcAft>
                <a:spcPts val="0"/>
              </a:spcAft>
              <a:buClr>
                <a:schemeClr val="dk1"/>
              </a:buClr>
              <a:buSzPts val="1200"/>
              <a:buNone/>
              <a:defRPr sz="1200" b="1"/>
            </a:lvl4pPr>
            <a:lvl5pPr marL="2286000" indent="-228600" algn="l">
              <a:lnSpc>
                <a:spcPct val="90000"/>
              </a:lnSpc>
              <a:spcBef>
                <a:spcPts val="400"/>
              </a:spcBef>
              <a:spcAft>
                <a:spcPts val="0"/>
              </a:spcAft>
              <a:buClr>
                <a:schemeClr val="dk1"/>
              </a:buClr>
              <a:buSzPts val="1200"/>
              <a:buNone/>
              <a:defRPr sz="1200" b="1"/>
            </a:lvl5pPr>
            <a:lvl6pPr marL="2743200" indent="-228600" algn="l">
              <a:lnSpc>
                <a:spcPct val="90000"/>
              </a:lnSpc>
              <a:spcBef>
                <a:spcPts val="400"/>
              </a:spcBef>
              <a:spcAft>
                <a:spcPts val="0"/>
              </a:spcAft>
              <a:buClr>
                <a:schemeClr val="dk1"/>
              </a:buClr>
              <a:buSzPts val="1200"/>
              <a:buNone/>
              <a:defRPr sz="1200" b="1"/>
            </a:lvl6pPr>
            <a:lvl7pPr marL="3200400" indent="-228600" algn="l">
              <a:lnSpc>
                <a:spcPct val="90000"/>
              </a:lnSpc>
              <a:spcBef>
                <a:spcPts val="400"/>
              </a:spcBef>
              <a:spcAft>
                <a:spcPts val="0"/>
              </a:spcAft>
              <a:buClr>
                <a:schemeClr val="dk1"/>
              </a:buClr>
              <a:buSzPts val="1200"/>
              <a:buNone/>
              <a:defRPr sz="1200" b="1"/>
            </a:lvl7pPr>
            <a:lvl8pPr marL="3657600" indent="-228600" algn="l">
              <a:lnSpc>
                <a:spcPct val="90000"/>
              </a:lnSpc>
              <a:spcBef>
                <a:spcPts val="400"/>
              </a:spcBef>
              <a:spcAft>
                <a:spcPts val="0"/>
              </a:spcAft>
              <a:buClr>
                <a:schemeClr val="dk1"/>
              </a:buClr>
              <a:buSzPts val="1200"/>
              <a:buNone/>
              <a:defRPr sz="1200" b="1"/>
            </a:lvl8pPr>
            <a:lvl9pPr marL="4114800" indent="-228600" algn="l">
              <a:lnSpc>
                <a:spcPct val="90000"/>
              </a:lnSpc>
              <a:spcBef>
                <a:spcPts val="400"/>
              </a:spcBef>
              <a:spcAft>
                <a:spcPts val="0"/>
              </a:spcAft>
              <a:buClr>
                <a:schemeClr val="dk1"/>
              </a:buClr>
              <a:buSzPts val="1200"/>
              <a:buNone/>
              <a:defRPr sz="1200" b="1"/>
            </a:lvl9pPr>
          </a:lstStyle>
          <a:p xmlns:a="http://schemas.openxmlformats.org/drawingml/2006/main">
            <a:endParaRPr/>
          </a:p>
        </p:txBody>
      </p:sp>
      <p:sp>
        <p:nvSpPr>
          <p:cNvPr id="247" name="Google Shape;247;p32">
            <a:extLst xmlns:a="http://schemas.openxmlformats.org/drawingml/2006/main">
              <a:ext uri="{FF2B5EF4-FFF2-40B4-BE49-F238E27FC236}">
                <a16:creationId xmlns:a16="http://schemas.microsoft.com/office/drawing/2014/main" id="{3AEE0346-EC66-42BB-8EED-932D362C68E7}"/>
              </a:ext>
            </a:extLst>
          </p:cNvPr>
          <p:cNvSpPr>
            <a:spLocks xmlns:a="http://schemas.openxmlformats.org/drawingml/2006/main" noGrp="1"/>
          </p:cNvSpPr>
          <p:nvPr>
            <p:ph type="body" idx="2"/>
          </p:nvPr>
        </p:nvSpPr>
        <p:spPr>
          <a:xfrm xmlns:a="http://schemas.openxmlformats.org/drawingml/2006/main">
            <a:off x="629841" y="1878806"/>
            <a:ext cx="3868340"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48" name="Google Shape;248;p32">
            <a:extLst xmlns:a="http://schemas.openxmlformats.org/drawingml/2006/main">
              <a:ext uri="{FF2B5EF4-FFF2-40B4-BE49-F238E27FC236}">
                <a16:creationId xmlns:a16="http://schemas.microsoft.com/office/drawing/2014/main" id="{C47B29FB-0AF9-45E0-8A39-54F20610BDC1}"/>
              </a:ext>
            </a:extLst>
          </p:cNvPr>
          <p:cNvSpPr>
            <a:spLocks xmlns:a="http://schemas.openxmlformats.org/drawingml/2006/main" noGrp="1"/>
          </p:cNvSpPr>
          <p:nvPr>
            <p:ph type="body" idx="3"/>
          </p:nvPr>
        </p:nvSpPr>
        <p:spPr>
          <a:xfrm xmlns:a="http://schemas.openxmlformats.org/drawingml/2006/main">
            <a:off x="4629150" y="1260872"/>
            <a:ext cx="3887391"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Clr>
                <a:schemeClr val="dk1"/>
              </a:buClr>
              <a:buSzPts val="1800"/>
              <a:buNone/>
              <a:defRPr sz="1800" b="1"/>
            </a:lvl1pPr>
            <a:lvl2pPr marL="914400" indent="-228600" algn="l">
              <a:lnSpc>
                <a:spcPct val="90000"/>
              </a:lnSpc>
              <a:spcBef>
                <a:spcPts val="400"/>
              </a:spcBef>
              <a:spcAft>
                <a:spcPts val="0"/>
              </a:spcAft>
              <a:buClr>
                <a:schemeClr val="dk1"/>
              </a:buClr>
              <a:buSzPts val="1500"/>
              <a:buNone/>
              <a:defRPr sz="1500" b="1"/>
            </a:lvl2pPr>
            <a:lvl3pPr marL="1371600" indent="-228600" algn="l">
              <a:lnSpc>
                <a:spcPct val="90000"/>
              </a:lnSpc>
              <a:spcBef>
                <a:spcPts val="400"/>
              </a:spcBef>
              <a:spcAft>
                <a:spcPts val="0"/>
              </a:spcAft>
              <a:buClr>
                <a:schemeClr val="dk1"/>
              </a:buClr>
              <a:buSzPts val="1400"/>
              <a:buNone/>
              <a:defRPr sz="1400" b="1"/>
            </a:lvl3pPr>
            <a:lvl4pPr marL="1828800" indent="-228600" algn="l">
              <a:lnSpc>
                <a:spcPct val="90000"/>
              </a:lnSpc>
              <a:spcBef>
                <a:spcPts val="400"/>
              </a:spcBef>
              <a:spcAft>
                <a:spcPts val="0"/>
              </a:spcAft>
              <a:buClr>
                <a:schemeClr val="dk1"/>
              </a:buClr>
              <a:buSzPts val="1200"/>
              <a:buNone/>
              <a:defRPr sz="1200" b="1"/>
            </a:lvl4pPr>
            <a:lvl5pPr marL="2286000" indent="-228600" algn="l">
              <a:lnSpc>
                <a:spcPct val="90000"/>
              </a:lnSpc>
              <a:spcBef>
                <a:spcPts val="400"/>
              </a:spcBef>
              <a:spcAft>
                <a:spcPts val="0"/>
              </a:spcAft>
              <a:buClr>
                <a:schemeClr val="dk1"/>
              </a:buClr>
              <a:buSzPts val="1200"/>
              <a:buNone/>
              <a:defRPr sz="1200" b="1"/>
            </a:lvl5pPr>
            <a:lvl6pPr marL="2743200" indent="-228600" algn="l">
              <a:lnSpc>
                <a:spcPct val="90000"/>
              </a:lnSpc>
              <a:spcBef>
                <a:spcPts val="400"/>
              </a:spcBef>
              <a:spcAft>
                <a:spcPts val="0"/>
              </a:spcAft>
              <a:buClr>
                <a:schemeClr val="dk1"/>
              </a:buClr>
              <a:buSzPts val="1200"/>
              <a:buNone/>
              <a:defRPr sz="1200" b="1"/>
            </a:lvl6pPr>
            <a:lvl7pPr marL="3200400" indent="-228600" algn="l">
              <a:lnSpc>
                <a:spcPct val="90000"/>
              </a:lnSpc>
              <a:spcBef>
                <a:spcPts val="400"/>
              </a:spcBef>
              <a:spcAft>
                <a:spcPts val="0"/>
              </a:spcAft>
              <a:buClr>
                <a:schemeClr val="dk1"/>
              </a:buClr>
              <a:buSzPts val="1200"/>
              <a:buNone/>
              <a:defRPr sz="1200" b="1"/>
            </a:lvl7pPr>
            <a:lvl8pPr marL="3657600" indent="-228600" algn="l">
              <a:lnSpc>
                <a:spcPct val="90000"/>
              </a:lnSpc>
              <a:spcBef>
                <a:spcPts val="400"/>
              </a:spcBef>
              <a:spcAft>
                <a:spcPts val="0"/>
              </a:spcAft>
              <a:buClr>
                <a:schemeClr val="dk1"/>
              </a:buClr>
              <a:buSzPts val="1200"/>
              <a:buNone/>
              <a:defRPr sz="1200" b="1"/>
            </a:lvl8pPr>
            <a:lvl9pPr marL="4114800" indent="-228600" algn="l">
              <a:lnSpc>
                <a:spcPct val="90000"/>
              </a:lnSpc>
              <a:spcBef>
                <a:spcPts val="400"/>
              </a:spcBef>
              <a:spcAft>
                <a:spcPts val="0"/>
              </a:spcAft>
              <a:buClr>
                <a:schemeClr val="dk1"/>
              </a:buClr>
              <a:buSzPts val="1200"/>
              <a:buNone/>
              <a:defRPr sz="1200" b="1"/>
            </a:lvl9pPr>
          </a:lstStyle>
          <a:p xmlns:a="http://schemas.openxmlformats.org/drawingml/2006/main">
            <a:endParaRPr/>
          </a:p>
        </p:txBody>
      </p:sp>
      <p:sp>
        <p:nvSpPr>
          <p:cNvPr id="249" name="Google Shape;249;p32">
            <a:extLst xmlns:a="http://schemas.openxmlformats.org/drawingml/2006/main">
              <a:ext uri="{FF2B5EF4-FFF2-40B4-BE49-F238E27FC236}">
                <a16:creationId xmlns:a16="http://schemas.microsoft.com/office/drawing/2014/main" id="{E5FAC068-7323-4D83-A48B-0ED8A8818F8E}"/>
              </a:ext>
            </a:extLst>
          </p:cNvPr>
          <p:cNvSpPr>
            <a:spLocks xmlns:a="http://schemas.openxmlformats.org/drawingml/2006/main" noGrp="1"/>
          </p:cNvSpPr>
          <p:nvPr>
            <p:ph type="body" idx="4"/>
          </p:nvPr>
        </p:nvSpPr>
        <p:spPr>
          <a:xfrm xmlns:a="http://schemas.openxmlformats.org/drawingml/2006/main">
            <a:off x="4629150" y="1878806"/>
            <a:ext cx="3887391"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50" name="Google Shape;250;p32">
            <a:extLst xmlns:a="http://schemas.openxmlformats.org/drawingml/2006/main">
              <a:ext uri="{FF2B5EF4-FFF2-40B4-BE49-F238E27FC236}">
                <a16:creationId xmlns:a16="http://schemas.microsoft.com/office/drawing/2014/main" id="{EFB14416-B755-418C-A5EE-27CE852EAE6B}"/>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51" name="Google Shape;251;p32">
            <a:extLst xmlns:a="http://schemas.openxmlformats.org/drawingml/2006/main">
              <a:ext uri="{FF2B5EF4-FFF2-40B4-BE49-F238E27FC236}">
                <a16:creationId xmlns:a16="http://schemas.microsoft.com/office/drawing/2014/main" id="{AD2A145B-81A4-423F-8DF3-700C7B007E1B}"/>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52" name="Google Shape;252;p32">
            <a:extLst xmlns:a="http://schemas.openxmlformats.org/drawingml/2006/main">
              <a:ext uri="{FF2B5EF4-FFF2-40B4-BE49-F238E27FC236}">
                <a16:creationId xmlns:a16="http://schemas.microsoft.com/office/drawing/2014/main" id="{D204E651-D5FA-47B8-A5B1-4A0FAC36B57E}"/>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1.xml><?xml version="1.0" encoding="utf-8"?>
<p:sldLayout xmlns:p="http://schemas.openxmlformats.org/presentationml/2006/main" matchingName="Только заголовок" type="titleOnly">
  <p:cSld name="TITLE_ONLY">
    <p:spTree>
      <p:nvGrpSpPr>
        <p:cNvPr id="1" name=""/>
        <p:cNvGrpSpPr/>
        <p:nvPr/>
      </p:nvGrpSpPr>
      <p:grpSpPr>
        <a:xfrm xmlns:a="http://schemas.openxmlformats.org/drawingml/2006/main"/>
      </p:grpSpPr>
      <p:sp>
        <p:nvSpPr>
          <p:cNvPr id="254" name="Google Shape;254;p33">
            <a:extLst xmlns:a="http://schemas.openxmlformats.org/drawingml/2006/main">
              <a:ext uri="{FF2B5EF4-FFF2-40B4-BE49-F238E27FC236}">
                <a16:creationId xmlns:a16="http://schemas.microsoft.com/office/drawing/2014/main" id="{0DBC9CB8-C019-4758-9960-85EE662BA39D}"/>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55" name="Google Shape;255;p33">
            <a:extLst xmlns:a="http://schemas.openxmlformats.org/drawingml/2006/main">
              <a:ext uri="{FF2B5EF4-FFF2-40B4-BE49-F238E27FC236}">
                <a16:creationId xmlns:a16="http://schemas.microsoft.com/office/drawing/2014/main" id="{77450501-BD75-482D-9F85-C0E60F6FFA0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56" name="Google Shape;256;p33">
            <a:extLst xmlns:a="http://schemas.openxmlformats.org/drawingml/2006/main">
              <a:ext uri="{FF2B5EF4-FFF2-40B4-BE49-F238E27FC236}">
                <a16:creationId xmlns:a16="http://schemas.microsoft.com/office/drawing/2014/main" id="{9A1ED726-0EBE-47A3-9DCB-85B6DFFD71FE}"/>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57" name="Google Shape;257;p33">
            <a:extLst xmlns:a="http://schemas.openxmlformats.org/drawingml/2006/main">
              <a:ext uri="{FF2B5EF4-FFF2-40B4-BE49-F238E27FC236}">
                <a16:creationId xmlns:a16="http://schemas.microsoft.com/office/drawing/2014/main" id="{FE74485F-8E1F-4725-B1F1-64771FA26F0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2.xml><?xml version="1.0" encoding="utf-8"?>
<p:sldLayout xmlns:p="http://schemas.openxmlformats.org/presentationml/2006/main" matchingName="Пустой слайд" type="blank">
  <p:cSld name="BLANK">
    <p:spTree>
      <p:nvGrpSpPr>
        <p:cNvPr id="1" name=""/>
        <p:cNvGrpSpPr/>
        <p:nvPr/>
      </p:nvGrpSpPr>
      <p:grpSpPr>
        <a:xfrm xmlns:a="http://schemas.openxmlformats.org/drawingml/2006/main"/>
      </p:grpSpPr>
      <p:sp>
        <p:nvSpPr>
          <p:cNvPr id="259" name="Google Shape;259;p34">
            <a:extLst xmlns:a="http://schemas.openxmlformats.org/drawingml/2006/main">
              <a:ext uri="{FF2B5EF4-FFF2-40B4-BE49-F238E27FC236}">
                <a16:creationId xmlns:a16="http://schemas.microsoft.com/office/drawing/2014/main" id="{5C9D3E0B-2C18-4092-A128-59BC105F23C1}"/>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60" name="Google Shape;260;p34">
            <a:extLst xmlns:a="http://schemas.openxmlformats.org/drawingml/2006/main">
              <a:ext uri="{FF2B5EF4-FFF2-40B4-BE49-F238E27FC236}">
                <a16:creationId xmlns:a16="http://schemas.microsoft.com/office/drawing/2014/main" id="{8F500F79-B187-4BA5-8EE3-EC3F09166F0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61" name="Google Shape;261;p34">
            <a:extLst xmlns:a="http://schemas.openxmlformats.org/drawingml/2006/main">
              <a:ext uri="{FF2B5EF4-FFF2-40B4-BE49-F238E27FC236}">
                <a16:creationId xmlns:a16="http://schemas.microsoft.com/office/drawing/2014/main" id="{D4F4F26A-2E0C-4F40-878A-9F3F24188CF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3.xml><?xml version="1.0" encoding="utf-8"?>
<p:sldLayout xmlns:p="http://schemas.openxmlformats.org/presentationml/2006/main" matchingName="Объект с подписью" type="objTx">
  <p:cSld name="OBJECT_WITH_CAPTION_TEXT">
    <p:spTree>
      <p:nvGrpSpPr>
        <p:cNvPr id="1" name=""/>
        <p:cNvGrpSpPr/>
        <p:nvPr/>
      </p:nvGrpSpPr>
      <p:grpSpPr>
        <a:xfrm xmlns:a="http://schemas.openxmlformats.org/drawingml/2006/main"/>
      </p:grpSpPr>
      <p:sp>
        <p:nvSpPr>
          <p:cNvPr id="263" name="Google Shape;263;p35">
            <a:extLst xmlns:a="http://schemas.openxmlformats.org/drawingml/2006/main">
              <a:ext uri="{FF2B5EF4-FFF2-40B4-BE49-F238E27FC236}">
                <a16:creationId xmlns:a16="http://schemas.microsoft.com/office/drawing/2014/main" id="{E4DEC5E1-64AE-48D8-9592-48741AFAF94D}"/>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2400"/>
              <a:buFont typeface="Play"/>
              <a:buNone/>
              <a:defRPr sz="24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64" name="Google Shape;264;p35">
            <a:extLst xmlns:a="http://schemas.openxmlformats.org/drawingml/2006/main">
              <a:ext uri="{FF2B5EF4-FFF2-40B4-BE49-F238E27FC236}">
                <a16:creationId xmlns:a16="http://schemas.microsoft.com/office/drawing/2014/main" id="{45A3CB13-B5C5-42D7-8DE7-84D52D1C966D}"/>
              </a:ext>
            </a:extLst>
          </p:cNvPr>
          <p:cNvSpPr>
            <a:spLocks xmlns:a="http://schemas.openxmlformats.org/drawingml/2006/main" noGrp="1"/>
          </p:cNvSpPr>
          <p:nvPr>
            <p:ph type="body" idx="1"/>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lnSpc>
                <a:spcPct val="90000"/>
              </a:lnSpc>
              <a:spcBef>
                <a:spcPts val="800"/>
              </a:spcBef>
              <a:spcAft>
                <a:spcPts val="0"/>
              </a:spcAft>
              <a:buClr>
                <a:schemeClr val="dk1"/>
              </a:buClr>
              <a:buSzPts val="2400"/>
              <a:buChar char="•"/>
              <a:defRPr sz="2400"/>
            </a:lvl1pPr>
            <a:lvl2pPr marL="914400" indent="-361950" algn="l">
              <a:lnSpc>
                <a:spcPct val="90000"/>
              </a:lnSpc>
              <a:spcBef>
                <a:spcPts val="400"/>
              </a:spcBef>
              <a:spcAft>
                <a:spcPts val="0"/>
              </a:spcAft>
              <a:buClr>
                <a:schemeClr val="dk1"/>
              </a:buClr>
              <a:buSzPts val="2100"/>
              <a:buChar char="•"/>
              <a:defRPr sz="2100"/>
            </a:lvl2pPr>
            <a:lvl3pPr marL="1371600" indent="-342900" algn="l">
              <a:lnSpc>
                <a:spcPct val="90000"/>
              </a:lnSpc>
              <a:spcBef>
                <a:spcPts val="400"/>
              </a:spcBef>
              <a:spcAft>
                <a:spcPts val="0"/>
              </a:spcAft>
              <a:buClr>
                <a:schemeClr val="dk1"/>
              </a:buClr>
              <a:buSzPts val="1800"/>
              <a:buChar char="•"/>
              <a:defRPr sz="1800"/>
            </a:lvl3pPr>
            <a:lvl4pPr marL="1828800" indent="-323850" algn="l">
              <a:lnSpc>
                <a:spcPct val="90000"/>
              </a:lnSpc>
              <a:spcBef>
                <a:spcPts val="400"/>
              </a:spcBef>
              <a:spcAft>
                <a:spcPts val="0"/>
              </a:spcAft>
              <a:buClr>
                <a:schemeClr val="dk1"/>
              </a:buClr>
              <a:buSzPts val="1500"/>
              <a:buChar char="•"/>
              <a:defRPr sz="1500"/>
            </a:lvl4pPr>
            <a:lvl5pPr marL="2286000" indent="-323850" algn="l">
              <a:lnSpc>
                <a:spcPct val="90000"/>
              </a:lnSpc>
              <a:spcBef>
                <a:spcPts val="400"/>
              </a:spcBef>
              <a:spcAft>
                <a:spcPts val="0"/>
              </a:spcAft>
              <a:buClr>
                <a:schemeClr val="dk1"/>
              </a:buClr>
              <a:buSzPts val="1500"/>
              <a:buChar char="•"/>
              <a:defRPr sz="1500"/>
            </a:lvl5pPr>
            <a:lvl6pPr marL="2743200" indent="-323850" algn="l">
              <a:lnSpc>
                <a:spcPct val="90000"/>
              </a:lnSpc>
              <a:spcBef>
                <a:spcPts val="400"/>
              </a:spcBef>
              <a:spcAft>
                <a:spcPts val="0"/>
              </a:spcAft>
              <a:buClr>
                <a:schemeClr val="dk1"/>
              </a:buClr>
              <a:buSzPts val="1500"/>
              <a:buChar char="•"/>
              <a:defRPr sz="1500"/>
            </a:lvl6pPr>
            <a:lvl7pPr marL="3200400" indent="-323850" algn="l">
              <a:lnSpc>
                <a:spcPct val="90000"/>
              </a:lnSpc>
              <a:spcBef>
                <a:spcPts val="400"/>
              </a:spcBef>
              <a:spcAft>
                <a:spcPts val="0"/>
              </a:spcAft>
              <a:buClr>
                <a:schemeClr val="dk1"/>
              </a:buClr>
              <a:buSzPts val="1500"/>
              <a:buChar char="•"/>
              <a:defRPr sz="1500"/>
            </a:lvl7pPr>
            <a:lvl8pPr marL="3657600" indent="-323850" algn="l">
              <a:lnSpc>
                <a:spcPct val="90000"/>
              </a:lnSpc>
              <a:spcBef>
                <a:spcPts val="400"/>
              </a:spcBef>
              <a:spcAft>
                <a:spcPts val="0"/>
              </a:spcAft>
              <a:buClr>
                <a:schemeClr val="dk1"/>
              </a:buClr>
              <a:buSzPts val="1500"/>
              <a:buChar char="•"/>
              <a:defRPr sz="1500"/>
            </a:lvl8pPr>
            <a:lvl9pPr marL="4114800" indent="-323850" algn="l">
              <a:lnSpc>
                <a:spcPct val="90000"/>
              </a:lnSpc>
              <a:spcBef>
                <a:spcPts val="400"/>
              </a:spcBef>
              <a:spcAft>
                <a:spcPts val="0"/>
              </a:spcAft>
              <a:buClr>
                <a:schemeClr val="dk1"/>
              </a:buClr>
              <a:buSzPts val="1500"/>
              <a:buChar char="•"/>
              <a:defRPr sz="1500"/>
            </a:lvl9pPr>
          </a:lstStyle>
          <a:p xmlns:a="http://schemas.openxmlformats.org/drawingml/2006/main">
            <a:endParaRPr/>
          </a:p>
        </p:txBody>
      </p:sp>
      <p:sp>
        <p:nvSpPr>
          <p:cNvPr id="265" name="Google Shape;265;p35">
            <a:extLst xmlns:a="http://schemas.openxmlformats.org/drawingml/2006/main">
              <a:ext uri="{FF2B5EF4-FFF2-40B4-BE49-F238E27FC236}">
                <a16:creationId xmlns:a16="http://schemas.microsoft.com/office/drawing/2014/main" id="{FF7B2D83-5837-4CF8-A0A7-EC840FD6800A}"/>
              </a:ext>
            </a:extLst>
          </p:cNvPr>
          <p:cNvSpPr>
            <a:spLocks xmlns:a="http://schemas.openxmlformats.org/drawingml/2006/main" noGrp="1"/>
          </p:cNvSpPr>
          <p:nvPr>
            <p:ph type="body" idx="2"/>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chemeClr val="dk1"/>
              </a:buClr>
              <a:buSzPts val="1200"/>
              <a:buNone/>
              <a:defRPr sz="1200"/>
            </a:lvl1pPr>
            <a:lvl2pPr marL="914400" indent="-228600" algn="l">
              <a:lnSpc>
                <a:spcPct val="90000"/>
              </a:lnSpc>
              <a:spcBef>
                <a:spcPts val="400"/>
              </a:spcBef>
              <a:spcAft>
                <a:spcPts val="0"/>
              </a:spcAft>
              <a:buClr>
                <a:schemeClr val="dk1"/>
              </a:buClr>
              <a:buSzPts val="1100"/>
              <a:buNone/>
              <a:defRPr sz="1100"/>
            </a:lvl2pPr>
            <a:lvl3pPr marL="1371600" indent="-228600" algn="l">
              <a:lnSpc>
                <a:spcPct val="90000"/>
              </a:lnSpc>
              <a:spcBef>
                <a:spcPts val="400"/>
              </a:spcBef>
              <a:spcAft>
                <a:spcPts val="0"/>
              </a:spcAft>
              <a:buClr>
                <a:schemeClr val="dk1"/>
              </a:buClr>
              <a:buSzPts val="900"/>
              <a:buNone/>
              <a:defRPr sz="900"/>
            </a:lvl3pPr>
            <a:lvl4pPr marL="1828800" indent="-228600" algn="l">
              <a:lnSpc>
                <a:spcPct val="90000"/>
              </a:lnSpc>
              <a:spcBef>
                <a:spcPts val="400"/>
              </a:spcBef>
              <a:spcAft>
                <a:spcPts val="0"/>
              </a:spcAft>
              <a:buClr>
                <a:schemeClr val="dk1"/>
              </a:buClr>
              <a:buSzPts val="800"/>
              <a:buNone/>
              <a:defRPr sz="800"/>
            </a:lvl4pPr>
            <a:lvl5pPr marL="2286000" indent="-228600" algn="l">
              <a:lnSpc>
                <a:spcPct val="90000"/>
              </a:lnSpc>
              <a:spcBef>
                <a:spcPts val="400"/>
              </a:spcBef>
              <a:spcAft>
                <a:spcPts val="0"/>
              </a:spcAft>
              <a:buClr>
                <a:schemeClr val="dk1"/>
              </a:buClr>
              <a:buSzPts val="800"/>
              <a:buNone/>
              <a:defRPr sz="800"/>
            </a:lvl5pPr>
            <a:lvl6pPr marL="2743200" indent="-228600" algn="l">
              <a:lnSpc>
                <a:spcPct val="90000"/>
              </a:lnSpc>
              <a:spcBef>
                <a:spcPts val="400"/>
              </a:spcBef>
              <a:spcAft>
                <a:spcPts val="0"/>
              </a:spcAft>
              <a:buClr>
                <a:schemeClr val="dk1"/>
              </a:buClr>
              <a:buSzPts val="800"/>
              <a:buNone/>
              <a:defRPr sz="800"/>
            </a:lvl6pPr>
            <a:lvl7pPr marL="3200400" indent="-228600" algn="l">
              <a:lnSpc>
                <a:spcPct val="90000"/>
              </a:lnSpc>
              <a:spcBef>
                <a:spcPts val="400"/>
              </a:spcBef>
              <a:spcAft>
                <a:spcPts val="0"/>
              </a:spcAft>
              <a:buClr>
                <a:schemeClr val="dk1"/>
              </a:buClr>
              <a:buSzPts val="800"/>
              <a:buNone/>
              <a:defRPr sz="800"/>
            </a:lvl7pPr>
            <a:lvl8pPr marL="3657600" indent="-228600" algn="l">
              <a:lnSpc>
                <a:spcPct val="90000"/>
              </a:lnSpc>
              <a:spcBef>
                <a:spcPts val="400"/>
              </a:spcBef>
              <a:spcAft>
                <a:spcPts val="0"/>
              </a:spcAft>
              <a:buClr>
                <a:schemeClr val="dk1"/>
              </a:buClr>
              <a:buSzPts val="800"/>
              <a:buNone/>
              <a:defRPr sz="800"/>
            </a:lvl8pPr>
            <a:lvl9pPr marL="4114800" indent="-228600" algn="l">
              <a:lnSpc>
                <a:spcPct val="90000"/>
              </a:lnSpc>
              <a:spcBef>
                <a:spcPts val="400"/>
              </a:spcBef>
              <a:spcAft>
                <a:spcPts val="0"/>
              </a:spcAft>
              <a:buClr>
                <a:schemeClr val="dk1"/>
              </a:buClr>
              <a:buSzPts val="800"/>
              <a:buNone/>
              <a:defRPr sz="800"/>
            </a:lvl9pPr>
          </a:lstStyle>
          <a:p xmlns:a="http://schemas.openxmlformats.org/drawingml/2006/main">
            <a:endParaRPr/>
          </a:p>
        </p:txBody>
      </p:sp>
      <p:sp>
        <p:nvSpPr>
          <p:cNvPr id="266" name="Google Shape;266;p35">
            <a:extLst xmlns:a="http://schemas.openxmlformats.org/drawingml/2006/main">
              <a:ext uri="{FF2B5EF4-FFF2-40B4-BE49-F238E27FC236}">
                <a16:creationId xmlns:a16="http://schemas.microsoft.com/office/drawing/2014/main" id="{F7993D5F-1579-4CC8-8618-92FF56B50A4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67" name="Google Shape;267;p35">
            <a:extLst xmlns:a="http://schemas.openxmlformats.org/drawingml/2006/main">
              <a:ext uri="{FF2B5EF4-FFF2-40B4-BE49-F238E27FC236}">
                <a16:creationId xmlns:a16="http://schemas.microsoft.com/office/drawing/2014/main" id="{0D6AC2ED-9456-4E4B-87C7-E16BF7319E80}"/>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68" name="Google Shape;268;p35">
            <a:extLst xmlns:a="http://schemas.openxmlformats.org/drawingml/2006/main">
              <a:ext uri="{FF2B5EF4-FFF2-40B4-BE49-F238E27FC236}">
                <a16:creationId xmlns:a16="http://schemas.microsoft.com/office/drawing/2014/main" id="{866C7072-B39C-4B41-A74D-A27394801C4E}"/>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4.xml><?xml version="1.0" encoding="utf-8"?>
<p:sldLayout xmlns:p="http://schemas.openxmlformats.org/presentationml/2006/main" matchingName="Рисунок с подписью" type="picTx">
  <p:cSld name="PICTURE_WITH_CAPTION_TEXT">
    <p:spTree>
      <p:nvGrpSpPr>
        <p:cNvPr id="1" name=""/>
        <p:cNvGrpSpPr/>
        <p:nvPr/>
      </p:nvGrpSpPr>
      <p:grpSpPr>
        <a:xfrm xmlns:a="http://schemas.openxmlformats.org/drawingml/2006/main"/>
      </p:grpSpPr>
      <p:sp>
        <p:nvSpPr>
          <p:cNvPr id="270" name="Google Shape;270;p36">
            <a:extLst xmlns:a="http://schemas.openxmlformats.org/drawingml/2006/main">
              <a:ext uri="{FF2B5EF4-FFF2-40B4-BE49-F238E27FC236}">
                <a16:creationId xmlns:a16="http://schemas.microsoft.com/office/drawing/2014/main" id="{BF092075-0149-4C9D-9315-887C4350FBFB}"/>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2400"/>
              <a:buFont typeface="Play"/>
              <a:buNone/>
              <a:defRPr sz="24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71" name="Google Shape;271;p36">
            <a:extLst xmlns:a="http://schemas.openxmlformats.org/drawingml/2006/main">
              <a:ext uri="{FF2B5EF4-FFF2-40B4-BE49-F238E27FC236}">
                <a16:creationId xmlns:a16="http://schemas.microsoft.com/office/drawing/2014/main" id="{2AB09D56-425C-4696-834E-04A3B66EDD43}"/>
              </a:ext>
            </a:extLst>
          </p:cNvPr>
          <p:cNvSpPr>
            <a:spLocks xmlns:a="http://schemas.openxmlformats.org/drawingml/2006/main" noGrp="1"/>
          </p:cNvSpPr>
          <p:nvPr>
            <p:ph type="pic" idx="2"/>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sp>
      <p:sp>
        <p:nvSpPr>
          <p:cNvPr id="272" name="Google Shape;272;p36">
            <a:extLst xmlns:a="http://schemas.openxmlformats.org/drawingml/2006/main">
              <a:ext uri="{FF2B5EF4-FFF2-40B4-BE49-F238E27FC236}">
                <a16:creationId xmlns:a16="http://schemas.microsoft.com/office/drawing/2014/main" id="{53D60641-A583-438F-A581-BEC22D674F26}"/>
              </a:ext>
            </a:extLst>
          </p:cNvPr>
          <p:cNvSpPr>
            <a:spLocks xmlns:a="http://schemas.openxmlformats.org/drawingml/2006/main" noGrp="1"/>
          </p:cNvSpPr>
          <p:nvPr>
            <p:ph type="body" idx="1"/>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chemeClr val="dk1"/>
              </a:buClr>
              <a:buSzPts val="1200"/>
              <a:buNone/>
              <a:defRPr sz="1200"/>
            </a:lvl1pPr>
            <a:lvl2pPr marL="914400" indent="-228600" algn="l">
              <a:lnSpc>
                <a:spcPct val="90000"/>
              </a:lnSpc>
              <a:spcBef>
                <a:spcPts val="400"/>
              </a:spcBef>
              <a:spcAft>
                <a:spcPts val="0"/>
              </a:spcAft>
              <a:buClr>
                <a:schemeClr val="dk1"/>
              </a:buClr>
              <a:buSzPts val="1100"/>
              <a:buNone/>
              <a:defRPr sz="1100"/>
            </a:lvl2pPr>
            <a:lvl3pPr marL="1371600" indent="-228600" algn="l">
              <a:lnSpc>
                <a:spcPct val="90000"/>
              </a:lnSpc>
              <a:spcBef>
                <a:spcPts val="400"/>
              </a:spcBef>
              <a:spcAft>
                <a:spcPts val="0"/>
              </a:spcAft>
              <a:buClr>
                <a:schemeClr val="dk1"/>
              </a:buClr>
              <a:buSzPts val="900"/>
              <a:buNone/>
              <a:defRPr sz="900"/>
            </a:lvl3pPr>
            <a:lvl4pPr marL="1828800" indent="-228600" algn="l">
              <a:lnSpc>
                <a:spcPct val="90000"/>
              </a:lnSpc>
              <a:spcBef>
                <a:spcPts val="400"/>
              </a:spcBef>
              <a:spcAft>
                <a:spcPts val="0"/>
              </a:spcAft>
              <a:buClr>
                <a:schemeClr val="dk1"/>
              </a:buClr>
              <a:buSzPts val="800"/>
              <a:buNone/>
              <a:defRPr sz="800"/>
            </a:lvl4pPr>
            <a:lvl5pPr marL="2286000" indent="-228600" algn="l">
              <a:lnSpc>
                <a:spcPct val="90000"/>
              </a:lnSpc>
              <a:spcBef>
                <a:spcPts val="400"/>
              </a:spcBef>
              <a:spcAft>
                <a:spcPts val="0"/>
              </a:spcAft>
              <a:buClr>
                <a:schemeClr val="dk1"/>
              </a:buClr>
              <a:buSzPts val="800"/>
              <a:buNone/>
              <a:defRPr sz="800"/>
            </a:lvl5pPr>
            <a:lvl6pPr marL="2743200" indent="-228600" algn="l">
              <a:lnSpc>
                <a:spcPct val="90000"/>
              </a:lnSpc>
              <a:spcBef>
                <a:spcPts val="400"/>
              </a:spcBef>
              <a:spcAft>
                <a:spcPts val="0"/>
              </a:spcAft>
              <a:buClr>
                <a:schemeClr val="dk1"/>
              </a:buClr>
              <a:buSzPts val="800"/>
              <a:buNone/>
              <a:defRPr sz="800"/>
            </a:lvl6pPr>
            <a:lvl7pPr marL="3200400" indent="-228600" algn="l">
              <a:lnSpc>
                <a:spcPct val="90000"/>
              </a:lnSpc>
              <a:spcBef>
                <a:spcPts val="400"/>
              </a:spcBef>
              <a:spcAft>
                <a:spcPts val="0"/>
              </a:spcAft>
              <a:buClr>
                <a:schemeClr val="dk1"/>
              </a:buClr>
              <a:buSzPts val="800"/>
              <a:buNone/>
              <a:defRPr sz="800"/>
            </a:lvl7pPr>
            <a:lvl8pPr marL="3657600" indent="-228600" algn="l">
              <a:lnSpc>
                <a:spcPct val="90000"/>
              </a:lnSpc>
              <a:spcBef>
                <a:spcPts val="400"/>
              </a:spcBef>
              <a:spcAft>
                <a:spcPts val="0"/>
              </a:spcAft>
              <a:buClr>
                <a:schemeClr val="dk1"/>
              </a:buClr>
              <a:buSzPts val="800"/>
              <a:buNone/>
              <a:defRPr sz="800"/>
            </a:lvl8pPr>
            <a:lvl9pPr marL="4114800" indent="-228600" algn="l">
              <a:lnSpc>
                <a:spcPct val="90000"/>
              </a:lnSpc>
              <a:spcBef>
                <a:spcPts val="400"/>
              </a:spcBef>
              <a:spcAft>
                <a:spcPts val="0"/>
              </a:spcAft>
              <a:buClr>
                <a:schemeClr val="dk1"/>
              </a:buClr>
              <a:buSzPts val="800"/>
              <a:buNone/>
              <a:defRPr sz="800"/>
            </a:lvl9pPr>
          </a:lstStyle>
          <a:p xmlns:a="http://schemas.openxmlformats.org/drawingml/2006/main">
            <a:endParaRPr/>
          </a:p>
        </p:txBody>
      </p:sp>
      <p:sp>
        <p:nvSpPr>
          <p:cNvPr id="273" name="Google Shape;273;p36">
            <a:extLst xmlns:a="http://schemas.openxmlformats.org/drawingml/2006/main">
              <a:ext uri="{FF2B5EF4-FFF2-40B4-BE49-F238E27FC236}">
                <a16:creationId xmlns:a16="http://schemas.microsoft.com/office/drawing/2014/main" id="{9BB521CB-67F1-481B-8342-214FBE7633F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74" name="Google Shape;274;p36">
            <a:extLst xmlns:a="http://schemas.openxmlformats.org/drawingml/2006/main">
              <a:ext uri="{FF2B5EF4-FFF2-40B4-BE49-F238E27FC236}">
                <a16:creationId xmlns:a16="http://schemas.microsoft.com/office/drawing/2014/main" id="{24A138F0-B294-4523-870B-7D46798ACC9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75" name="Google Shape;275;p36">
            <a:extLst xmlns:a="http://schemas.openxmlformats.org/drawingml/2006/main">
              <a:ext uri="{FF2B5EF4-FFF2-40B4-BE49-F238E27FC236}">
                <a16:creationId xmlns:a16="http://schemas.microsoft.com/office/drawing/2014/main" id="{9E7F2F8E-B4CE-4A6F-BDA6-22750959C32F}"/>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5.xml><?xml version="1.0" encoding="utf-8"?>
<p:sldLayout xmlns:p="http://schemas.openxmlformats.org/presentationml/2006/main" matchingName="Заголовок и вертикальный текст" type="vertTx">
  <p:cSld name="VERTICAL_TEXT">
    <p:spTree>
      <p:nvGrpSpPr>
        <p:cNvPr id="1" name=""/>
        <p:cNvGrpSpPr/>
        <p:nvPr/>
      </p:nvGrpSpPr>
      <p:grpSpPr>
        <a:xfrm xmlns:a="http://schemas.openxmlformats.org/drawingml/2006/main"/>
      </p:grpSpPr>
      <p:sp>
        <p:nvSpPr>
          <p:cNvPr id="277" name="Google Shape;277;p37">
            <a:extLst xmlns:a="http://schemas.openxmlformats.org/drawingml/2006/main">
              <a:ext uri="{FF2B5EF4-FFF2-40B4-BE49-F238E27FC236}">
                <a16:creationId xmlns:a16="http://schemas.microsoft.com/office/drawing/2014/main" id="{0696929C-D941-4120-AD49-49CC6A28143A}"/>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78" name="Google Shape;278;p37">
            <a:extLst xmlns:a="http://schemas.openxmlformats.org/drawingml/2006/main">
              <a:ext uri="{FF2B5EF4-FFF2-40B4-BE49-F238E27FC236}">
                <a16:creationId xmlns:a16="http://schemas.microsoft.com/office/drawing/2014/main" id="{B469F12B-40E6-4376-820E-9558BF6C808F}"/>
              </a:ext>
            </a:extLst>
          </p:cNvPr>
          <p:cNvSpPr>
            <a:spLocks xmlns:a="http://schemas.openxmlformats.org/drawingml/2006/main" noGrp="1"/>
          </p:cNvSpPr>
          <p:nvPr>
            <p:ph type="body" idx="1"/>
          </p:nvPr>
        </p:nvSpPr>
        <p:spPr>
          <a:xfrm xmlns:a="http://schemas.openxmlformats.org/drawingml/2006/main" rot="5400000">
            <a:off x="2940248" y="-942379"/>
            <a:ext cx="3263504"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79" name="Google Shape;279;p37">
            <a:extLst xmlns:a="http://schemas.openxmlformats.org/drawingml/2006/main">
              <a:ext uri="{FF2B5EF4-FFF2-40B4-BE49-F238E27FC236}">
                <a16:creationId xmlns:a16="http://schemas.microsoft.com/office/drawing/2014/main" id="{B9D3D9B5-DCA4-45E5-82B4-149B6B02046E}"/>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80" name="Google Shape;280;p37">
            <a:extLst xmlns:a="http://schemas.openxmlformats.org/drawingml/2006/main">
              <a:ext uri="{FF2B5EF4-FFF2-40B4-BE49-F238E27FC236}">
                <a16:creationId xmlns:a16="http://schemas.microsoft.com/office/drawing/2014/main" id="{11782C3B-41CE-4461-86E7-56F8B546FCC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81" name="Google Shape;281;p37">
            <a:extLst xmlns:a="http://schemas.openxmlformats.org/drawingml/2006/main">
              <a:ext uri="{FF2B5EF4-FFF2-40B4-BE49-F238E27FC236}">
                <a16:creationId xmlns:a16="http://schemas.microsoft.com/office/drawing/2014/main" id="{05C26F43-0B85-40BB-952D-070A4D133702}"/>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6.xml><?xml version="1.0" encoding="utf-8"?>
<p:sldLayout xmlns:p="http://schemas.openxmlformats.org/presentationml/2006/main" matchingName="Вертикальный заголовок и текст" type="vertTitleAndTx">
  <p:cSld name="VERTICAL_TITLE_AND_VERTICAL_TEXT">
    <p:spTree>
      <p:nvGrpSpPr>
        <p:cNvPr id="1" name=""/>
        <p:cNvGrpSpPr/>
        <p:nvPr/>
      </p:nvGrpSpPr>
      <p:grpSpPr>
        <a:xfrm xmlns:a="http://schemas.openxmlformats.org/drawingml/2006/main"/>
      </p:grpSpPr>
      <p:sp>
        <p:nvSpPr>
          <p:cNvPr id="283" name="Google Shape;283;p38">
            <a:extLst xmlns:a="http://schemas.openxmlformats.org/drawingml/2006/main">
              <a:ext uri="{FF2B5EF4-FFF2-40B4-BE49-F238E27FC236}">
                <a16:creationId xmlns:a16="http://schemas.microsoft.com/office/drawing/2014/main" id="{F880BAF9-F14F-4DA1-A23A-8E723AFA4017}"/>
              </a:ext>
            </a:extLst>
          </p:cNvPr>
          <p:cNvSpPr>
            <a:spLocks xmlns:a="http://schemas.openxmlformats.org/drawingml/2006/main" noGrp="1"/>
          </p:cNvSpPr>
          <p:nvPr>
            <p:ph type="title" idx="0"/>
          </p:nvPr>
        </p:nvSpPr>
        <p:spPr>
          <a:xfrm xmlns:a="http://schemas.openxmlformats.org/drawingml/2006/main" rot="5400000">
            <a:off x="5350073" y="1467445"/>
            <a:ext cx="4358879" cy="1971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84" name="Google Shape;284;p38">
            <a:extLst xmlns:a="http://schemas.openxmlformats.org/drawingml/2006/main">
              <a:ext uri="{FF2B5EF4-FFF2-40B4-BE49-F238E27FC236}">
                <a16:creationId xmlns:a16="http://schemas.microsoft.com/office/drawing/2014/main" id="{D20C27DF-69C2-4EC3-A389-BBFFF5072938}"/>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85" name="Google Shape;285;p38">
            <a:extLst xmlns:a="http://schemas.openxmlformats.org/drawingml/2006/main">
              <a:ext uri="{FF2B5EF4-FFF2-40B4-BE49-F238E27FC236}">
                <a16:creationId xmlns:a16="http://schemas.microsoft.com/office/drawing/2014/main" id="{78C41D22-1857-403F-B880-EAC92EA17BF0}"/>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86" name="Google Shape;286;p38">
            <a:extLst xmlns:a="http://schemas.openxmlformats.org/drawingml/2006/main">
              <a:ext uri="{FF2B5EF4-FFF2-40B4-BE49-F238E27FC236}">
                <a16:creationId xmlns:a16="http://schemas.microsoft.com/office/drawing/2014/main" id="{3B7F7CEF-C1AD-4365-B776-A13A292B4C1E}"/>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87" name="Google Shape;287;p38">
            <a:extLst xmlns:a="http://schemas.openxmlformats.org/drawingml/2006/main">
              <a:ext uri="{FF2B5EF4-FFF2-40B4-BE49-F238E27FC236}">
                <a16:creationId xmlns:a16="http://schemas.microsoft.com/office/drawing/2014/main" id="{AEA72466-40FB-434E-AB36-56E98A9F539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4f3025b5dc46f7" /><Relationship Type="http://schemas.openxmlformats.org/officeDocument/2006/relationships/slideLayout" Target="/ppt/slideLayouts/slideLayout1.xml" Id="Ra2207b0836f44ead" /><Relationship Type="http://schemas.openxmlformats.org/officeDocument/2006/relationships/slideLayout" Target="/ppt/slideLayouts/slideLayout2.xml" Id="R5bb31edb1d624056" /><Relationship Type="http://schemas.openxmlformats.org/officeDocument/2006/relationships/slideLayout" Target="/ppt/slideLayouts/slideLayout3.xml" Id="R70832f4478194ce0" /><Relationship Type="http://schemas.openxmlformats.org/officeDocument/2006/relationships/slideLayout" Target="/ppt/slideLayouts/slideLayout4.xml" Id="R27c52d02adff49ee" /><Relationship Type="http://schemas.openxmlformats.org/officeDocument/2006/relationships/slideLayout" Target="/ppt/slideLayouts/slideLayout5.xml" Id="R0dc3c2ea52da4c3c" /><Relationship Type="http://schemas.openxmlformats.org/officeDocument/2006/relationships/slideLayout" Target="/ppt/slideLayouts/slideLayout6.xml" Id="R5aa3e5a0b16849ef" /><Relationship Type="http://schemas.openxmlformats.org/officeDocument/2006/relationships/slideLayout" Target="/ppt/slideLayouts/slideLayout7.xml" Id="R641a0ce92f6347a7" /><Relationship Type="http://schemas.openxmlformats.org/officeDocument/2006/relationships/slideLayout" Target="/ppt/slideLayouts/slideLayout8.xml" Id="Rb2fdb973205e4c03" /><Relationship Type="http://schemas.openxmlformats.org/officeDocument/2006/relationships/slideLayout" Target="/ppt/slideLayouts/slideLayout9.xml" Id="R91771a139b524463" /><Relationship Type="http://schemas.openxmlformats.org/officeDocument/2006/relationships/slideLayout" Target="/ppt/slideLayouts/slideLayout10.xml" Id="R4981f1ebf1494386" /><Relationship Type="http://schemas.openxmlformats.org/officeDocument/2006/relationships/slideLayout" Target="/ppt/slideLayouts/slideLayout11.xml" Id="Re22f9883dadf40e1" /><Relationship Type="http://schemas.openxmlformats.org/officeDocument/2006/relationships/slideLayout" Target="/ppt/slideLayouts/slideLayout12.xml" Id="R46cd71ad09054961" /><Relationship Type="http://schemas.openxmlformats.org/officeDocument/2006/relationships/slideLayout" Target="/ppt/slideLayouts/slideLayout13.xml" Id="R0b77cac8cb5e43ed" /><Relationship Type="http://schemas.openxmlformats.org/officeDocument/2006/relationships/slideLayout" Target="/ppt/slideLayouts/slideLayout14.xml" Id="R9b9112e3424a4ff1" /><Relationship Type="http://schemas.openxmlformats.org/officeDocument/2006/relationships/slideLayout" Target="/ppt/slideLayouts/slideLayout15.xml" Id="Rb44444200c184529" /><Relationship Type="http://schemas.openxmlformats.org/officeDocument/2006/relationships/slideLayout" Target="/ppt/slideLayouts/slideLayout16.xml" Id="Re5839ed6136749dc" /><Relationship Type="http://schemas.openxmlformats.org/officeDocument/2006/relationships/slideLayout" Target="/ppt/slideLayouts/slideLayout17.xml" Id="R68390d1f1d4744bd" /><Relationship Type="http://schemas.openxmlformats.org/officeDocument/2006/relationships/slideLayout" Target="/ppt/slideLayouts/slideLayout18.xml" Id="R4fa827ad344b4e45" /><Relationship Type="http://schemas.openxmlformats.org/officeDocument/2006/relationships/slideLayout" Target="/ppt/slideLayouts/slideLayout19.xml" Id="Rc3937a2b5d7d4763" /><Relationship Type="http://schemas.openxmlformats.org/officeDocument/2006/relationships/slideLayout" Target="/ppt/slideLayouts/slideLayout20.xml" Id="Rf67afc03c96f4428" /><Relationship Type="http://schemas.openxmlformats.org/officeDocument/2006/relationships/slideLayout" Target="/ppt/slideLayouts/slideLayout21.xml" Id="Rf339c5a59269400c" /><Relationship Type="http://schemas.openxmlformats.org/officeDocument/2006/relationships/slideLayout" Target="/ppt/slideLayouts/slideLayout22.xml" Id="R272ee02956af4c30" /><Relationship Type="http://schemas.openxmlformats.org/officeDocument/2006/relationships/slideLayout" Target="/ppt/slideLayouts/slideLayout23.xml" Id="Rdddd37a13f2d41f3" /><Relationship Type="http://schemas.openxmlformats.org/officeDocument/2006/relationships/slideLayout" Target="/ppt/slideLayouts/slideLayout24.xml" Id="R1c45eccab77b481a" /><Relationship Type="http://schemas.openxmlformats.org/officeDocument/2006/relationships/slideLayout" Target="/ppt/slideLayouts/slideLayout25.xml" Id="R3d5ad4dac55c4be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b60be77047140e7" /><Relationship Type="http://schemas.openxmlformats.org/officeDocument/2006/relationships/slideLayout" Target="/ppt/slideLayouts/slideLayout26.xml" Id="R6d7b4b8717224e0f" /><Relationship Type="http://schemas.openxmlformats.org/officeDocument/2006/relationships/slideLayout" Target="/ppt/slideLayouts/slideLayout27.xml" Id="Re288c3b8a216444e" /><Relationship Type="http://schemas.openxmlformats.org/officeDocument/2006/relationships/slideLayout" Target="/ppt/slideLayouts/slideLayout28.xml" Id="Rfc46527ebee14c94" /><Relationship Type="http://schemas.openxmlformats.org/officeDocument/2006/relationships/slideLayout" Target="/ppt/slideLayouts/slideLayout29.xml" Id="Rf8a6b84466674f98" /><Relationship Type="http://schemas.openxmlformats.org/officeDocument/2006/relationships/slideLayout" Target="/ppt/slideLayouts/slideLayout30.xml" Id="R63675b415a3b405b" /><Relationship Type="http://schemas.openxmlformats.org/officeDocument/2006/relationships/slideLayout" Target="/ppt/slideLayouts/slideLayout31.xml" Id="R09406c4dfc234bd6" /><Relationship Type="http://schemas.openxmlformats.org/officeDocument/2006/relationships/slideLayout" Target="/ppt/slideLayouts/slideLayout32.xml" Id="R7934a8d788a3473c" /><Relationship Type="http://schemas.openxmlformats.org/officeDocument/2006/relationships/slideLayout" Target="/ppt/slideLayouts/slideLayout33.xml" Id="R78915da212784352" /><Relationship Type="http://schemas.openxmlformats.org/officeDocument/2006/relationships/slideLayout" Target="/ppt/slideLayouts/slideLayout34.xml" Id="R40b07a1fe22b4ded" /><Relationship Type="http://schemas.openxmlformats.org/officeDocument/2006/relationships/slideLayout" Target="/ppt/slideLayouts/slideLayout35.xml" Id="R08bb7bf7676a4d2f" /><Relationship Type="http://schemas.openxmlformats.org/officeDocument/2006/relationships/slideLayout" Target="/ppt/slideLayouts/slideLayout36.xml" Id="R9a73e06e03ea4031"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1763D5E0-D876-4E7B-A910-7EA412ACFBE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a:endParaRPr/>
          </a:p>
        </p:txBody>
      </p:sp>
      <p:sp>
        <p:nvSpPr>
          <p:cNvPr id="7" name="Google Shape;7;p1">
            <a:extLst xmlns:a="http://schemas.openxmlformats.org/drawingml/2006/main">
              <a:ext uri="{FF2B5EF4-FFF2-40B4-BE49-F238E27FC236}">
                <a16:creationId xmlns:a16="http://schemas.microsoft.com/office/drawing/2014/main" id="{FD560E0B-0D73-4898-8A08-6373696100F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a:endParaRPr/>
          </a:p>
        </p:txBody>
      </p:sp>
      <p:sp>
        <p:nvSpPr>
          <p:cNvPr id="8" name="Google Shape;8;p1">
            <a:extLst xmlns:a="http://schemas.openxmlformats.org/drawingml/2006/main">
              <a:ext uri="{FF2B5EF4-FFF2-40B4-BE49-F238E27FC236}">
                <a16:creationId xmlns:a16="http://schemas.microsoft.com/office/drawing/2014/main" id="{31755970-1195-48E5-900C-3A1F76D25F0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2207b0836f44ead"/>
    <p:sldLayoutId xmlns:r="http://schemas.openxmlformats.org/officeDocument/2006/relationships" id="2147483650" r:id="R5bb31edb1d624056"/>
    <p:sldLayoutId xmlns:r="http://schemas.openxmlformats.org/officeDocument/2006/relationships" id="2147483651" r:id="R70832f4478194ce0"/>
    <p:sldLayoutId xmlns:r="http://schemas.openxmlformats.org/officeDocument/2006/relationships" id="2147483652" r:id="R27c52d02adff49ee"/>
    <p:sldLayoutId xmlns:r="http://schemas.openxmlformats.org/officeDocument/2006/relationships" id="2147483653" r:id="R0dc3c2ea52da4c3c"/>
    <p:sldLayoutId xmlns:r="http://schemas.openxmlformats.org/officeDocument/2006/relationships" id="2147483654" r:id="R5aa3e5a0b16849ef"/>
    <p:sldLayoutId xmlns:r="http://schemas.openxmlformats.org/officeDocument/2006/relationships" id="2147483655" r:id="R641a0ce92f6347a7"/>
    <p:sldLayoutId xmlns:r="http://schemas.openxmlformats.org/officeDocument/2006/relationships" id="2147483656" r:id="Rb2fdb973205e4c03"/>
    <p:sldLayoutId xmlns:r="http://schemas.openxmlformats.org/officeDocument/2006/relationships" id="2147483657" r:id="R91771a139b524463"/>
    <p:sldLayoutId xmlns:r="http://schemas.openxmlformats.org/officeDocument/2006/relationships" id="2147483658" r:id="R4981f1ebf1494386"/>
    <p:sldLayoutId xmlns:r="http://schemas.openxmlformats.org/officeDocument/2006/relationships" id="2147483659" r:id="Re22f9883dadf40e1"/>
    <p:sldLayoutId xmlns:r="http://schemas.openxmlformats.org/officeDocument/2006/relationships" id="2147483660" r:id="R46cd71ad09054961"/>
    <p:sldLayoutId xmlns:r="http://schemas.openxmlformats.org/officeDocument/2006/relationships" id="2147483661" r:id="R0b77cac8cb5e43ed"/>
    <p:sldLayoutId xmlns:r="http://schemas.openxmlformats.org/officeDocument/2006/relationships" id="2147483662" r:id="R9b9112e3424a4ff1"/>
    <p:sldLayoutId xmlns:r="http://schemas.openxmlformats.org/officeDocument/2006/relationships" id="2147483663" r:id="Rb44444200c184529"/>
    <p:sldLayoutId xmlns:r="http://schemas.openxmlformats.org/officeDocument/2006/relationships" id="2147483664" r:id="Re5839ed6136749dc"/>
    <p:sldLayoutId xmlns:r="http://schemas.openxmlformats.org/officeDocument/2006/relationships" id="2147483665" r:id="R68390d1f1d4744bd"/>
    <p:sldLayoutId xmlns:r="http://schemas.openxmlformats.org/officeDocument/2006/relationships" id="2147483666" r:id="R4fa827ad344b4e45"/>
    <p:sldLayoutId xmlns:r="http://schemas.openxmlformats.org/officeDocument/2006/relationships" id="2147483667" r:id="Rc3937a2b5d7d4763"/>
    <p:sldLayoutId xmlns:r="http://schemas.openxmlformats.org/officeDocument/2006/relationships" id="2147483668" r:id="Rf67afc03c96f4428"/>
    <p:sldLayoutId xmlns:r="http://schemas.openxmlformats.org/officeDocument/2006/relationships" id="2147483669" r:id="Rf339c5a59269400c"/>
    <p:sldLayoutId xmlns:r="http://schemas.openxmlformats.org/officeDocument/2006/relationships" id="2147483670" r:id="R272ee02956af4c30"/>
    <p:sldLayoutId xmlns:r="http://schemas.openxmlformats.org/officeDocument/2006/relationships" id="2147483671" r:id="Rdddd37a13f2d41f3"/>
    <p:sldLayoutId xmlns:r="http://schemas.openxmlformats.org/officeDocument/2006/relationships" id="2147483672" r:id="R1c45eccab77b481a"/>
    <p:sldLayoutId xmlns:r="http://schemas.openxmlformats.org/officeDocument/2006/relationships" id="2147483673" r:id="R3d5ad4dac55c4be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14" name="Google Shape;214;p27">
            <a:extLst xmlns:a="http://schemas.openxmlformats.org/drawingml/2006/main">
              <a:ext uri="{FF2B5EF4-FFF2-40B4-BE49-F238E27FC236}">
                <a16:creationId xmlns:a16="http://schemas.microsoft.com/office/drawing/2014/main" id="{BDA3EBC7-99AF-481D-8469-2AF867A707DE}"/>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l">
              <a:lnSpc>
                <a:spcPct val="90000"/>
              </a:lnSpc>
              <a:spcBef>
                <a:spcPts val="0"/>
              </a:spcBef>
              <a:spcAft>
                <a:spcPts val="0"/>
              </a:spcAft>
              <a:buClr>
                <a:schemeClr val="dk1"/>
              </a:buClr>
              <a:buSzPts val="3300"/>
              <a:buFont typeface="Play"/>
              <a:buNone/>
              <a:defRPr sz="3300" b="0" i="0" u="none" cap="none">
                <a:solidFill>
                  <a:schemeClr val="dk1"/>
                </a:solidFill>
                <a:latin typeface="Play"/>
                <a:ea typeface="Play"/>
                <a:cs typeface="Play"/>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a:endParaRPr/>
          </a:p>
        </p:txBody>
      </p:sp>
      <p:sp>
        <p:nvSpPr>
          <p:cNvPr id="215" name="Google Shape;215;p27">
            <a:extLst xmlns:a="http://schemas.openxmlformats.org/drawingml/2006/main">
              <a:ext uri="{FF2B5EF4-FFF2-40B4-BE49-F238E27FC236}">
                <a16:creationId xmlns:a16="http://schemas.microsoft.com/office/drawing/2014/main" id="{68EA0152-F3EF-40AA-9506-D7B39A08B5A2}"/>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b="0" i="0" u="none" cap="none">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Arial"/>
                <a:ea typeface="Arial"/>
                <a:cs typeface="Arial"/>
              </a:defRPr>
            </a:lvl9pPr>
          </a:lstStyle>
          <a:p xmlns:a="http://schemas.openxmlformats.org/drawingml/2006/main">
            <a:endParaRPr/>
          </a:p>
        </p:txBody>
      </p:sp>
      <p:sp>
        <p:nvSpPr>
          <p:cNvPr id="216" name="Google Shape;216;p27">
            <a:extLst xmlns:a="http://schemas.openxmlformats.org/drawingml/2006/main">
              <a:ext uri="{FF2B5EF4-FFF2-40B4-BE49-F238E27FC236}">
                <a16:creationId xmlns:a16="http://schemas.microsoft.com/office/drawing/2014/main" id="{5C028D95-5680-4362-9E48-8BE873C04451}"/>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cap="none">
                <a:solidFill>
                  <a:srgbClr val="757575"/>
                </a:solidFill>
                <a:latin typeface="Arial"/>
                <a:ea typeface="Arial"/>
                <a:cs typeface="Arial"/>
              </a:defRPr>
            </a:lvl1pPr>
            <a:lvl2pPr marR="0" algn="l">
              <a:spcBef>
                <a:spcPts val="0"/>
              </a:spcBef>
              <a:spcAft>
                <a:spcPts val="0"/>
              </a:spcAft>
              <a:buSzPts val="1100"/>
              <a:buNone/>
              <a:defRPr sz="1400" b="0" i="0" u="none" cap="none">
                <a:solidFill>
                  <a:schemeClr val="dk1"/>
                </a:solidFill>
                <a:latin typeface="Arial"/>
                <a:ea typeface="Arial"/>
                <a:cs typeface="Arial"/>
              </a:defRPr>
            </a:lvl2pPr>
            <a:lvl3pPr marR="0" algn="l">
              <a:spcBef>
                <a:spcPts val="0"/>
              </a:spcBef>
              <a:spcAft>
                <a:spcPts val="0"/>
              </a:spcAft>
              <a:buSzPts val="1100"/>
              <a:buNone/>
              <a:defRPr sz="1400" b="0" i="0" u="none" cap="none">
                <a:solidFill>
                  <a:schemeClr val="dk1"/>
                </a:solidFill>
                <a:latin typeface="Arial"/>
                <a:ea typeface="Arial"/>
                <a:cs typeface="Arial"/>
              </a:defRPr>
            </a:lvl3pPr>
            <a:lvl4pPr marR="0" algn="l">
              <a:spcBef>
                <a:spcPts val="0"/>
              </a:spcBef>
              <a:spcAft>
                <a:spcPts val="0"/>
              </a:spcAft>
              <a:buSzPts val="1100"/>
              <a:buNone/>
              <a:defRPr sz="1400" b="0" i="0" u="none" cap="none">
                <a:solidFill>
                  <a:schemeClr val="dk1"/>
                </a:solidFill>
                <a:latin typeface="Arial"/>
                <a:ea typeface="Arial"/>
                <a:cs typeface="Arial"/>
              </a:defRPr>
            </a:lvl4pPr>
            <a:lvl5pPr marR="0" algn="l">
              <a:spcBef>
                <a:spcPts val="0"/>
              </a:spcBef>
              <a:spcAft>
                <a:spcPts val="0"/>
              </a:spcAft>
              <a:buSzPts val="1100"/>
              <a:buNone/>
              <a:defRPr sz="1400" b="0" i="0" u="none" cap="none">
                <a:solidFill>
                  <a:schemeClr val="dk1"/>
                </a:solidFill>
                <a:latin typeface="Arial"/>
                <a:ea typeface="Arial"/>
                <a:cs typeface="Arial"/>
              </a:defRPr>
            </a:lvl5pPr>
            <a:lvl6pPr marR="0" algn="l">
              <a:spcBef>
                <a:spcPts val="0"/>
              </a:spcBef>
              <a:spcAft>
                <a:spcPts val="0"/>
              </a:spcAft>
              <a:buSzPts val="1100"/>
              <a:buNone/>
              <a:defRPr sz="1400" b="0" i="0" u="none" cap="none">
                <a:solidFill>
                  <a:schemeClr val="dk1"/>
                </a:solidFill>
                <a:latin typeface="Arial"/>
                <a:ea typeface="Arial"/>
                <a:cs typeface="Arial"/>
              </a:defRPr>
            </a:lvl6pPr>
            <a:lvl7pPr marR="0" algn="l">
              <a:spcBef>
                <a:spcPts val="0"/>
              </a:spcBef>
              <a:spcAft>
                <a:spcPts val="0"/>
              </a:spcAft>
              <a:buSzPts val="1100"/>
              <a:buNone/>
              <a:defRPr sz="1400" b="0" i="0" u="none" cap="none">
                <a:solidFill>
                  <a:schemeClr val="dk1"/>
                </a:solidFill>
                <a:latin typeface="Arial"/>
                <a:ea typeface="Arial"/>
                <a:cs typeface="Arial"/>
              </a:defRPr>
            </a:lvl7pPr>
            <a:lvl8pPr marR="0" algn="l">
              <a:spcBef>
                <a:spcPts val="0"/>
              </a:spcBef>
              <a:spcAft>
                <a:spcPts val="0"/>
              </a:spcAft>
              <a:buSzPts val="1100"/>
              <a:buNone/>
              <a:defRPr sz="1400" b="0" i="0" u="none" cap="none">
                <a:solidFill>
                  <a:schemeClr val="dk1"/>
                </a:solidFill>
                <a:latin typeface="Arial"/>
                <a:ea typeface="Arial"/>
                <a:cs typeface="Arial"/>
              </a:defRPr>
            </a:lvl8pPr>
            <a:lvl9pPr marR="0" algn="l">
              <a:spcBef>
                <a:spcPts val="0"/>
              </a:spcBef>
              <a:spcAft>
                <a:spcPts val="0"/>
              </a:spcAft>
              <a:buSzPts val="1100"/>
              <a:buNone/>
              <a:defRPr sz="1400" b="0" i="0" u="none" cap="none">
                <a:solidFill>
                  <a:schemeClr val="dk1"/>
                </a:solidFill>
                <a:latin typeface="Arial"/>
                <a:ea typeface="Arial"/>
                <a:cs typeface="Arial"/>
              </a:defRPr>
            </a:lvl9pPr>
          </a:lstStyle>
          <a:p xmlns:a="http://schemas.openxmlformats.org/drawingml/2006/main">
            <a:endParaRPr/>
          </a:p>
        </p:txBody>
      </p:sp>
      <p:sp>
        <p:nvSpPr>
          <p:cNvPr id="217" name="Google Shape;217;p27">
            <a:extLst xmlns:a="http://schemas.openxmlformats.org/drawingml/2006/main">
              <a:ext uri="{FF2B5EF4-FFF2-40B4-BE49-F238E27FC236}">
                <a16:creationId xmlns:a16="http://schemas.microsoft.com/office/drawing/2014/main" id="{82BCD8CC-C891-4108-8EED-B5C00420F980}"/>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cap="none">
                <a:solidFill>
                  <a:srgbClr val="757575"/>
                </a:solidFill>
                <a:latin typeface="Arial"/>
                <a:ea typeface="Arial"/>
                <a:cs typeface="Arial"/>
              </a:defRPr>
            </a:lvl1pPr>
            <a:lvl2pPr marR="0" algn="l">
              <a:spcBef>
                <a:spcPts val="0"/>
              </a:spcBef>
              <a:spcAft>
                <a:spcPts val="0"/>
              </a:spcAft>
              <a:buSzPts val="1100"/>
              <a:buNone/>
              <a:defRPr sz="1400" b="0" i="0" u="none" cap="none">
                <a:solidFill>
                  <a:schemeClr val="dk1"/>
                </a:solidFill>
                <a:latin typeface="Arial"/>
                <a:ea typeface="Arial"/>
                <a:cs typeface="Arial"/>
              </a:defRPr>
            </a:lvl2pPr>
            <a:lvl3pPr marR="0" algn="l">
              <a:spcBef>
                <a:spcPts val="0"/>
              </a:spcBef>
              <a:spcAft>
                <a:spcPts val="0"/>
              </a:spcAft>
              <a:buSzPts val="1100"/>
              <a:buNone/>
              <a:defRPr sz="1400" b="0" i="0" u="none" cap="none">
                <a:solidFill>
                  <a:schemeClr val="dk1"/>
                </a:solidFill>
                <a:latin typeface="Arial"/>
                <a:ea typeface="Arial"/>
                <a:cs typeface="Arial"/>
              </a:defRPr>
            </a:lvl3pPr>
            <a:lvl4pPr marR="0" algn="l">
              <a:spcBef>
                <a:spcPts val="0"/>
              </a:spcBef>
              <a:spcAft>
                <a:spcPts val="0"/>
              </a:spcAft>
              <a:buSzPts val="1100"/>
              <a:buNone/>
              <a:defRPr sz="1400" b="0" i="0" u="none" cap="none">
                <a:solidFill>
                  <a:schemeClr val="dk1"/>
                </a:solidFill>
                <a:latin typeface="Arial"/>
                <a:ea typeface="Arial"/>
                <a:cs typeface="Arial"/>
              </a:defRPr>
            </a:lvl4pPr>
            <a:lvl5pPr marR="0" algn="l">
              <a:spcBef>
                <a:spcPts val="0"/>
              </a:spcBef>
              <a:spcAft>
                <a:spcPts val="0"/>
              </a:spcAft>
              <a:buSzPts val="1100"/>
              <a:buNone/>
              <a:defRPr sz="1400" b="0" i="0" u="none" cap="none">
                <a:solidFill>
                  <a:schemeClr val="dk1"/>
                </a:solidFill>
                <a:latin typeface="Arial"/>
                <a:ea typeface="Arial"/>
                <a:cs typeface="Arial"/>
              </a:defRPr>
            </a:lvl5pPr>
            <a:lvl6pPr marR="0" algn="l">
              <a:spcBef>
                <a:spcPts val="0"/>
              </a:spcBef>
              <a:spcAft>
                <a:spcPts val="0"/>
              </a:spcAft>
              <a:buSzPts val="1100"/>
              <a:buNone/>
              <a:defRPr sz="1400" b="0" i="0" u="none" cap="none">
                <a:solidFill>
                  <a:schemeClr val="dk1"/>
                </a:solidFill>
                <a:latin typeface="Arial"/>
                <a:ea typeface="Arial"/>
                <a:cs typeface="Arial"/>
              </a:defRPr>
            </a:lvl6pPr>
            <a:lvl7pPr marR="0" algn="l">
              <a:spcBef>
                <a:spcPts val="0"/>
              </a:spcBef>
              <a:spcAft>
                <a:spcPts val="0"/>
              </a:spcAft>
              <a:buSzPts val="1100"/>
              <a:buNone/>
              <a:defRPr sz="1400" b="0" i="0" u="none" cap="none">
                <a:solidFill>
                  <a:schemeClr val="dk1"/>
                </a:solidFill>
                <a:latin typeface="Arial"/>
                <a:ea typeface="Arial"/>
                <a:cs typeface="Arial"/>
              </a:defRPr>
            </a:lvl7pPr>
            <a:lvl8pPr marR="0" algn="l">
              <a:spcBef>
                <a:spcPts val="0"/>
              </a:spcBef>
              <a:spcAft>
                <a:spcPts val="0"/>
              </a:spcAft>
              <a:buSzPts val="1100"/>
              <a:buNone/>
              <a:defRPr sz="1400" b="0" i="0" u="none" cap="none">
                <a:solidFill>
                  <a:schemeClr val="dk1"/>
                </a:solidFill>
                <a:latin typeface="Arial"/>
                <a:ea typeface="Arial"/>
                <a:cs typeface="Arial"/>
              </a:defRPr>
            </a:lvl8pPr>
            <a:lvl9pPr marR="0" algn="l">
              <a:spcBef>
                <a:spcPts val="0"/>
              </a:spcBef>
              <a:spcAft>
                <a:spcPts val="0"/>
              </a:spcAft>
              <a:buSzPts val="1100"/>
              <a:buNone/>
              <a:defRPr sz="1400" b="0" i="0" u="none" cap="none">
                <a:solidFill>
                  <a:schemeClr val="dk1"/>
                </a:solidFill>
                <a:latin typeface="Arial"/>
                <a:ea typeface="Arial"/>
                <a:cs typeface="Arial"/>
              </a:defRPr>
            </a:lvl9pPr>
          </a:lstStyle>
          <a:p xmlns:a="http://schemas.openxmlformats.org/drawingml/2006/main">
            <a:endParaRPr/>
          </a:p>
        </p:txBody>
      </p:sp>
      <p:sp>
        <p:nvSpPr>
          <p:cNvPr id="218" name="Google Shape;218;p27">
            <a:extLst xmlns:a="http://schemas.openxmlformats.org/drawingml/2006/main">
              <a:ext uri="{FF2B5EF4-FFF2-40B4-BE49-F238E27FC236}">
                <a16:creationId xmlns:a16="http://schemas.microsoft.com/office/drawing/2014/main" id="{BB89BC12-80CD-4F3A-9EC2-2F56DCCA576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cap="none">
                <a:solidFill>
                  <a:srgbClr val="757575"/>
                </a:solidFill>
                <a:latin typeface="Arial"/>
                <a:ea typeface="Arial"/>
                <a:cs typeface="Arial"/>
              </a:defRPr>
            </a:lvl1pPr>
            <a:lvl2pPr marL="0" marR="0" indent="0" algn="r">
              <a:spcBef>
                <a:spcPts val="0"/>
              </a:spcBef>
              <a:buNone/>
              <a:defRPr sz="900" b="0" i="0" u="none" cap="none">
                <a:solidFill>
                  <a:srgbClr val="757575"/>
                </a:solidFill>
                <a:latin typeface="Arial"/>
                <a:ea typeface="Arial"/>
                <a:cs typeface="Arial"/>
              </a:defRPr>
            </a:lvl2pPr>
            <a:lvl3pPr marL="0" marR="0" indent="0" algn="r">
              <a:spcBef>
                <a:spcPts val="0"/>
              </a:spcBef>
              <a:buNone/>
              <a:defRPr sz="900" b="0" i="0" u="none" cap="none">
                <a:solidFill>
                  <a:srgbClr val="757575"/>
                </a:solidFill>
                <a:latin typeface="Arial"/>
                <a:ea typeface="Arial"/>
                <a:cs typeface="Arial"/>
              </a:defRPr>
            </a:lvl3pPr>
            <a:lvl4pPr marL="0" marR="0" indent="0" algn="r">
              <a:spcBef>
                <a:spcPts val="0"/>
              </a:spcBef>
              <a:buNone/>
              <a:defRPr sz="900" b="0" i="0" u="none" cap="none">
                <a:solidFill>
                  <a:srgbClr val="757575"/>
                </a:solidFill>
                <a:latin typeface="Arial"/>
                <a:ea typeface="Arial"/>
                <a:cs typeface="Arial"/>
              </a:defRPr>
            </a:lvl4pPr>
            <a:lvl5pPr marL="0" marR="0" indent="0" algn="r">
              <a:spcBef>
                <a:spcPts val="0"/>
              </a:spcBef>
              <a:buNone/>
              <a:defRPr sz="900" b="0" i="0" u="none" cap="none">
                <a:solidFill>
                  <a:srgbClr val="757575"/>
                </a:solidFill>
                <a:latin typeface="Arial"/>
                <a:ea typeface="Arial"/>
                <a:cs typeface="Arial"/>
              </a:defRPr>
            </a:lvl5pPr>
            <a:lvl6pPr marL="0" marR="0" indent="0" algn="r">
              <a:spcBef>
                <a:spcPts val="0"/>
              </a:spcBef>
              <a:buNone/>
              <a:defRPr sz="900" b="0" i="0" u="none" cap="none">
                <a:solidFill>
                  <a:srgbClr val="757575"/>
                </a:solidFill>
                <a:latin typeface="Arial"/>
                <a:ea typeface="Arial"/>
                <a:cs typeface="Arial"/>
              </a:defRPr>
            </a:lvl6pPr>
            <a:lvl7pPr marL="0" marR="0" indent="0" algn="r">
              <a:spcBef>
                <a:spcPts val="0"/>
              </a:spcBef>
              <a:buNone/>
              <a:defRPr sz="900" b="0" i="0" u="none" cap="none">
                <a:solidFill>
                  <a:srgbClr val="757575"/>
                </a:solidFill>
                <a:latin typeface="Arial"/>
                <a:ea typeface="Arial"/>
                <a:cs typeface="Arial"/>
              </a:defRPr>
            </a:lvl7pPr>
            <a:lvl8pPr marL="0" marR="0" indent="0" algn="r">
              <a:spcBef>
                <a:spcPts val="0"/>
              </a:spcBef>
              <a:buNone/>
              <a:defRPr sz="900" b="0" i="0" u="none" cap="none">
                <a:solidFill>
                  <a:srgbClr val="757575"/>
                </a:solidFill>
                <a:latin typeface="Arial"/>
                <a:ea typeface="Arial"/>
                <a:cs typeface="Arial"/>
              </a:defRPr>
            </a:lvl8pPr>
            <a:lvl9pPr marL="0" marR="0" indent="0" algn="r">
              <a:spcBef>
                <a:spcPts val="0"/>
              </a:spcBef>
              <a:buNone/>
              <a:defRPr sz="900" b="0" i="0" u="none" cap="none">
                <a:solidFill>
                  <a:srgbClr val="757575"/>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75" r:id="R6d7b4b8717224e0f"/>
    <p:sldLayoutId xmlns:r="http://schemas.openxmlformats.org/officeDocument/2006/relationships" id="2147483676" r:id="Re288c3b8a216444e"/>
    <p:sldLayoutId xmlns:r="http://schemas.openxmlformats.org/officeDocument/2006/relationships" id="2147483677" r:id="Rfc46527ebee14c94"/>
    <p:sldLayoutId xmlns:r="http://schemas.openxmlformats.org/officeDocument/2006/relationships" id="2147483678" r:id="Rf8a6b84466674f98"/>
    <p:sldLayoutId xmlns:r="http://schemas.openxmlformats.org/officeDocument/2006/relationships" id="2147483679" r:id="R63675b415a3b405b"/>
    <p:sldLayoutId xmlns:r="http://schemas.openxmlformats.org/officeDocument/2006/relationships" id="2147483680" r:id="R09406c4dfc234bd6"/>
    <p:sldLayoutId xmlns:r="http://schemas.openxmlformats.org/officeDocument/2006/relationships" id="2147483681" r:id="R7934a8d788a3473c"/>
    <p:sldLayoutId xmlns:r="http://schemas.openxmlformats.org/officeDocument/2006/relationships" id="2147483682" r:id="R78915da212784352"/>
    <p:sldLayoutId xmlns:r="http://schemas.openxmlformats.org/officeDocument/2006/relationships" id="2147483683" r:id="R40b07a1fe22b4ded"/>
    <p:sldLayoutId xmlns:r="http://schemas.openxmlformats.org/officeDocument/2006/relationships" id="2147483684" r:id="R08bb7bf7676a4d2f"/>
    <p:sldLayoutId xmlns:r="http://schemas.openxmlformats.org/officeDocument/2006/relationships" id="2147483685" r:id="R9a73e06e03ea403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Тема Office">
  <a:themeElements>
    <a:clrScheme name="Стандартная">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6.xml" Id="R49da9a08016f42aa" /><Relationship Type="http://schemas.openxmlformats.org/officeDocument/2006/relationships/image" Target="/ppt/media/image9.png" Id="Rd8a19f84d7514852" /><Relationship Type="http://schemas.openxmlformats.org/officeDocument/2006/relationships/image" Target="/ppt/media/image10.png" Id="R708926f9adc64eff" /><Relationship Type="http://schemas.openxmlformats.org/officeDocument/2006/relationships/notesSlide" Target="/ppt/notesSlides/notesSlide1.xml" Id="Raaba2ef0cd3748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6.xml" Id="R7fc4c5c4ea614c82" /><Relationship Type="http://schemas.openxmlformats.org/officeDocument/2006/relationships/image" Target="/ppt/media/image11.png" Id="R202a8cfbb097435d" /><Relationship Type="http://schemas.openxmlformats.org/officeDocument/2006/relationships/notesSlide" Target="/ppt/notesSlides/notesSlide2.xml" Id="Rdca1170ea3df40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6.xml" Id="R771e09b1ae8d40ae" /><Relationship Type="http://schemas.openxmlformats.org/officeDocument/2006/relationships/image" Target="/ppt/media/image12.png" Id="R536bf50cf18c4937" /><Relationship Type="http://schemas.openxmlformats.org/officeDocument/2006/relationships/hyperlink" Target="opencode-walkthrough.md" TargetMode="External" Id="Re6c7ab23f03c4ec8" /><Relationship Type="http://schemas.openxmlformats.org/officeDocument/2006/relationships/notesSlide" Target="/ppt/notesSlides/notesSlide3.xml" Id="Red951c661f5446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6.xml" Id="R78f9e19cc26f4e83" /><Relationship Type="http://schemas.openxmlformats.org/officeDocument/2006/relationships/image" Target="/ppt/media/image13.png" Id="R2a272bc38fec49b8" /><Relationship Type="http://schemas.openxmlformats.org/officeDocument/2006/relationships/notesSlide" Target="/ppt/notesSlides/notesSlide4.xml" Id="Rc6e34c357a5a4c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6.xml" Id="Rd52247ff4eaa4e31" /><Relationship Type="http://schemas.openxmlformats.org/officeDocument/2006/relationships/image" Target="/ppt/media/image14.png" Id="R2d62be0787434478" /><Relationship Type="http://schemas.openxmlformats.org/officeDocument/2006/relationships/hyperlink" Target="https://opencode.ai/docs/rules/" TargetMode="External" Id="Rbcb6d00518c14120" /><Relationship Type="http://schemas.openxmlformats.org/officeDocument/2006/relationships/notesSlide" Target="/ppt/notesSlides/notesSlide5.xml" Id="R1fea35786bef4e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6.xml" Id="R2fcc52c58b9d4414" /><Relationship Type="http://schemas.openxmlformats.org/officeDocument/2006/relationships/image" Target="/ppt/media/image15.png" Id="R666f20bc03d7486e" /><Relationship Type="http://schemas.openxmlformats.org/officeDocument/2006/relationships/hyperlink" Target="https://skills.sh/" TargetMode="External" Id="R07e3540a352b47fd" /><Relationship Type="http://schemas.openxmlformats.org/officeDocument/2006/relationships/hyperlink" Target="https://github.com/anthropics/skills" TargetMode="External" Id="R54274adbf7cb447c" /><Relationship Type="http://schemas.openxmlformats.org/officeDocument/2006/relationships/hyperlink" Target="https://github.com/obra/superpowers/tree/main/skills/test-driven-development" TargetMode="External" Id="R0be163a4f1b14615" /><Relationship Type="http://schemas.openxmlformats.org/officeDocument/2006/relationships/hyperlink" Target="https://github.com/anthropics/skills/tree/main/skills/webapp-testing" TargetMode="External" Id="R6c4ab670286649ff" /><Relationship Type="http://schemas.openxmlformats.org/officeDocument/2006/relationships/notesSlide" Target="/ppt/notesSlides/notesSlide6.xml" Id="Rfa1e8ee5286c4d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6.xml" Id="Ra88c80cc90f8436e" /><Relationship Type="http://schemas.openxmlformats.org/officeDocument/2006/relationships/image" Target="/ppt/media/image16.png" Id="R97cbc846d56b46dd" /><Relationship Type="http://schemas.openxmlformats.org/officeDocument/2006/relationships/hyperlink" Target="https://github.com/anomalyco/opencode/blob/v2.0.20/services/www/src/docs/content/skills.mdx" TargetMode="External" Id="R92f45bcacd9847a4" /><Relationship Type="http://schemas.openxmlformats.org/officeDocument/2006/relationships/hyperlink" Target="https://raw.githubusercontent.com/obra/superpowers/b9e75dddec7a384f42ce08532ec17bb1ef5d9459/skills/test-driven-development/SKILL.md" TargetMode="External" Id="R1e1e032c714f4592" /><Relationship Type="http://schemas.openxmlformats.org/officeDocument/2006/relationships/hyperlink" Target="https://raw.githubusercontent.com/obra/superpowers/b9e75dddec7a384f42ce08532ec17bb1ef5d9459/skills/test-driven-development/writing-good-tests.md" TargetMode="External" Id="R0e3e602f51804da1" /><Relationship Type="http://schemas.openxmlformats.org/officeDocument/2006/relationships/notesSlide" Target="/ppt/notesSlides/notesSlide7.xml" Id="R4ce1359b12b642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6.xml" Id="R947e1b5b653a461f" /><Relationship Type="http://schemas.openxmlformats.org/officeDocument/2006/relationships/image" Target="/ppt/media/image17.png" Id="R5f65698756f3472a" /><Relationship Type="http://schemas.openxmlformats.org/officeDocument/2006/relationships/hyperlink" Target="https://registry.modelcontextprotocol.io/" TargetMode="External" Id="R169b994e85de43af" /><Relationship Type="http://schemas.openxmlformats.org/officeDocument/2006/relationships/hyperlink" Target="https://github.com/upstash/context7" TargetMode="External" Id="Racb41b2a96854428" /><Relationship Type="http://schemas.openxmlformats.org/officeDocument/2006/relationships/hyperlink" Target="https://github.com/microsoft/playwright-mcp" TargetMode="External" Id="Rcdbf4b18931a425b" /><Relationship Type="http://schemas.openxmlformats.org/officeDocument/2006/relationships/hyperlink" Target="https://github.com/github/github-mcp-server" TargetMode="External" Id="R2c2a301485074631" /><Relationship Type="http://schemas.openxmlformats.org/officeDocument/2006/relationships/notesSlide" Target="/ppt/notesSlides/notesSlide8.xml" Id="Rcf2c4e301e6b4f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6.xml" Id="R9ff27e3b59bd4d04" /><Relationship Type="http://schemas.openxmlformats.org/officeDocument/2006/relationships/image" Target="/ppt/media/image18.png" Id="R62fcd9a997ca4c65" /><Relationship Type="http://schemas.openxmlformats.org/officeDocument/2006/relationships/hyperlink" Target="https://github.com/anomalyco/opencode/blob/v2.0.20/services/www/src/docs/content/mcp-servers.mdx" TargetMode="External" Id="R91e37d18ff534575" /><Relationship Type="http://schemas.openxmlformats.org/officeDocument/2006/relationships/hyperlink" Target="https://github.com/upstash/context7" TargetMode="External" Id="Rf87b0b3c47e245e2" /><Relationship Type="http://schemas.openxmlformats.org/officeDocument/2006/relationships/notesSlide" Target="/ppt/notesSlides/notesSlide9.xml" Id="R6e8c21f6330342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6.xml" Id="Rc64ba94925fe4434" /><Relationship Type="http://schemas.openxmlformats.org/officeDocument/2006/relationships/image" Target="/ppt/media/image19.png" Id="Re936e324882f4e24" /><Relationship Type="http://schemas.openxmlformats.org/officeDocument/2006/relationships/notesSlide" Target="/ppt/notesSlides/notesSlide10.xml" Id="R7f991d2f2c624b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6.xml" Id="R4c0de582ce684459" /><Relationship Type="http://schemas.openxmlformats.org/officeDocument/2006/relationships/image" Target="/ppt/media/image20.png" Id="Rb9ef1bc8bd0b4c3c" /><Relationship Type="http://schemas.openxmlformats.org/officeDocument/2006/relationships/notesSlide" Target="/ppt/notesSlides/notesSlide11.xml" Id="R7ff355a93ed843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6.xml" Id="Reddb25f3ff0e4d36" /><Relationship Type="http://schemas.openxmlformats.org/officeDocument/2006/relationships/image" Target="/ppt/media/image21.png" Id="Rd2771990701b4751" /><Relationship Type="http://schemas.openxmlformats.org/officeDocument/2006/relationships/notesSlide" Target="/ppt/notesSlides/notesSlide12.xml" Id="R6be92e70ef8d44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6.xml" Id="R92c8b3bf0c2545b7" /><Relationship Type="http://schemas.openxmlformats.org/officeDocument/2006/relationships/image" Target="/ppt/media/image22.png" Id="R8b90274910ae416c" /><Relationship Type="http://schemas.openxmlformats.org/officeDocument/2006/relationships/hyperlink" Target="https://github.com/anomalyco/opencode/blob/v2.0.20/services/www/src/docs/content/migrate-v1.mdx" TargetMode="External" Id="R83bd3cd99b604a3c" /><Relationship Type="http://schemas.openxmlformats.org/officeDocument/2006/relationships/notesSlide" Target="/ppt/notesSlides/notesSlide13.xml" Id="R0039f20049184d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6.xml" Id="R7c050b07c3bc40a7" /><Relationship Type="http://schemas.openxmlformats.org/officeDocument/2006/relationships/image" Target="/ppt/media/image23.png" Id="Rc748f2f12b604537" /><Relationship Type="http://schemas.openxmlformats.org/officeDocument/2006/relationships/hyperlink" Target="rehearsal/examples/hook.md" TargetMode="External" Id="Red7895e29c0448dc" /><Relationship Type="http://schemas.openxmlformats.org/officeDocument/2006/relationships/hyperlink" Target="https://github.com/anomalyco/opencode/blob/v2.0.20/services/www/src/docs/content/build/plugins/migrate-v1.mdx" TargetMode="External" Id="R4b4d9ac3ab0c4b6a" /><Relationship Type="http://schemas.openxmlformats.org/officeDocument/2006/relationships/notesSlide" Target="/ppt/notesSlides/notesSlide14.xml" Id="Rdf6763ec6a8c47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138dbbf3d64b5e" /><Relationship Type="http://schemas.openxmlformats.org/officeDocument/2006/relationships/image" Target="/ppt/media/image24.png" Id="R9694386dee994fe1" /><Relationship Type="http://schemas.openxmlformats.org/officeDocument/2006/relationships/notesSlide" Target="/ppt/notesSlides/notesSlide15.xml" Id="Re3d65dc8e9df46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6.xml" Id="R98336c8a665c4c86" /><Relationship Type="http://schemas.openxmlformats.org/officeDocument/2006/relationships/image" Target="/ppt/media/image25.png" Id="Rdabd04d21452422f" /><Relationship Type="http://schemas.openxmlformats.org/officeDocument/2006/relationships/hyperlink" Target="rehearsal/examples/tester.md" TargetMode="External" Id="R4f5b664dbc334110" /><Relationship Type="http://schemas.openxmlformats.org/officeDocument/2006/relationships/hyperlink" Target="https://github.com/anomalyco/opencode/blob/v2.0.20/services/www/src/docs/content/agents.mdx" TargetMode="External" Id="Rd590647d858249ec" /><Relationship Type="http://schemas.openxmlformats.org/officeDocument/2006/relationships/notesSlide" Target="/ppt/notesSlides/notesSlide16.xml" Id="R756455b03ff544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6.xml" Id="Rfcfe34e57d394b0c" /><Relationship Type="http://schemas.openxmlformats.org/officeDocument/2006/relationships/image" Target="/ppt/media/image26.png" Id="R828a72b7a44e4b6a" /><Relationship Type="http://schemas.openxmlformats.org/officeDocument/2006/relationships/notesSlide" Target="/ppt/notesSlides/notesSlide17.xml" Id="R97d95d82f69342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6.xml" Id="Rc36ef7a59422427a" /><Relationship Type="http://schemas.openxmlformats.org/officeDocument/2006/relationships/image" Target="/ppt/media/image27.png" Id="Rd29a658e2eec40a3" /><Relationship Type="http://schemas.openxmlformats.org/officeDocument/2006/relationships/hyperlink" Target="https://git-scm.com/docs/git-worktree" TargetMode="External" Id="R09f8345f95f84e57" /><Relationship Type="http://schemas.openxmlformats.org/officeDocument/2006/relationships/notesSlide" Target="/ppt/notesSlides/notesSlide18.xml" Id="Rd589572e659c40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6.xml" Id="R83d6224c4ce84c6f" /><Relationship Type="http://schemas.openxmlformats.org/officeDocument/2006/relationships/image" Target="/ppt/media/image28.png" Id="Rd7676eb5cd6e419e" /><Relationship Type="http://schemas.openxmlformats.org/officeDocument/2006/relationships/hyperlink" Target="https://github.com/anomalyco/opencode/blob/v2.0.20/services/www/src/docs/content/agents.mdx" TargetMode="External" Id="R18a8afa435bd4e0b" /><Relationship Type="http://schemas.openxmlformats.org/officeDocument/2006/relationships/notesSlide" Target="/ppt/notesSlides/notesSlide19.xml" Id="Rf8e6967289eb4c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6.xml" Id="Rd9fcb80393254c9d" /><Relationship Type="http://schemas.openxmlformats.org/officeDocument/2006/relationships/image" Target="/ppt/media/image29.png" Id="R8cdf7ae330a2486f" /><Relationship Type="http://schemas.openxmlformats.org/officeDocument/2006/relationships/notesSlide" Target="/ppt/notesSlides/notesSlide20.xml" Id="R875809ffa77a431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6.xml" Id="R9972d90226d5479d" /><Relationship Type="http://schemas.openxmlformats.org/officeDocument/2006/relationships/image" Target="/ppt/media/image30.png" Id="Rdb3d43427b324535" /><Relationship Type="http://schemas.openxmlformats.org/officeDocument/2006/relationships/notesSlide" Target="/ppt/notesSlides/notesSlide21.xml" Id="R16be00bf2b70480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6.xml" Id="R8e4eaef90e1540e7" /><Relationship Type="http://schemas.openxmlformats.org/officeDocument/2006/relationships/image" Target="/ppt/media/image31.png" Id="Re6c7001687e74a10" /><Relationship Type="http://schemas.openxmlformats.org/officeDocument/2006/relationships/notesSlide" Target="/ppt/notesSlides/notesSlide22.xml" Id="Rbd2f11f8b9fe49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6.xml" Id="R128dbcea2ec643f8" /><Relationship Type="http://schemas.openxmlformats.org/officeDocument/2006/relationships/image" Target="/ppt/media/image32.png" Id="R10f6862ecaac44eb" /><Relationship Type="http://schemas.openxmlformats.org/officeDocument/2006/relationships/notesSlide" Target="/ppt/notesSlides/notesSlide23.xml" Id="R99128747e0004f9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6.xml" Id="Rcea282e3dcae460f" /><Relationship Type="http://schemas.openxmlformats.org/officeDocument/2006/relationships/image" Target="/ppt/media/image33.png" Id="R3e25001138f745da" /><Relationship Type="http://schemas.openxmlformats.org/officeDocument/2006/relationships/notesSlide" Target="/ppt/notesSlides/notesSlide24.xml" Id="R11168b8d7e7f4e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6.xml" Id="R31170a8089604881" /><Relationship Type="http://schemas.openxmlformats.org/officeDocument/2006/relationships/image" Target="/ppt/media/image34.png" Id="R69df71912b5b4db0" /><Relationship Type="http://schemas.openxmlformats.org/officeDocument/2006/relationships/hyperlink" Target="https://github.com/anomalyco/opencode/blob/v2.0.20/services/www/src/docs/content/migrate-v1.mdx#lsp" TargetMode="External" Id="R2a6d91cb688f4c2b" /><Relationship Type="http://schemas.openxmlformats.org/officeDocument/2006/relationships/hyperlink" Target="https://github.com/defendend/Claude-ast-index-search" TargetMode="External" Id="R592d0a3ea2f540e3" /><Relationship Type="http://schemas.openxmlformats.org/officeDocument/2006/relationships/notesSlide" Target="/ppt/notesSlides/notesSlide25.xml" Id="R9f73b3ee0c22445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6.xml" Id="R2e1ddcbd6933468f" /><Relationship Type="http://schemas.openxmlformats.org/officeDocument/2006/relationships/image" Target="/ppt/media/image35.png" Id="Rfd43d95f412a47b9" /><Relationship Type="http://schemas.openxmlformats.org/officeDocument/2006/relationships/notesSlide" Target="/ppt/notesSlides/notesSlide26.xml" Id="Rac4908904f0f43b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354" name="Google Shape;325;p42"/>
          <p:cNvPicPr>
            <a:picLocks xmlns:a="http://schemas.openxmlformats.org/drawingml/2006/main" noChangeAspect="1"/>
          </p:cNvPicPr>
          <p:nvPr/>
        </p:nvPicPr>
        <p:blipFill>
          <a:blip xmlns:r="http://schemas.openxmlformats.org/officeDocument/2006/relationships" xmlns:a="http://schemas.openxmlformats.org/drawingml/2006/main" r:embed="Rd8a19f84d7514852">
            <a:alphaModFix/>
          </a:blip>
          <a:stretch xmlns:a="http://schemas.openxmlformats.org/drawingml/2006/main">
            <a:fillRect l="0" t="0" r="0" b="0"/>
          </a:stretch>
        </p:blipFill>
        <p:spPr>
          <a:xfrm xmlns:a="http://schemas.openxmlformats.org/drawingml/2006/main">
            <a:off x="5054156" y="1116330"/>
            <a:ext cx="4089845" cy="4028218"/>
          </a:xfrm>
          <a:prstGeom xmlns:a="http://schemas.openxmlformats.org/drawingml/2006/main" prst="rect">
            <a:avLst/>
          </a:prstGeom>
          <a:ln xmlns:a="http://schemas.openxmlformats.org/drawingml/2006/main">
            <a:noFill/>
          </a:ln>
        </p:spPr>
      </p:pic>
      <p:pic>
        <p:nvPicPr>
          <p:cNvPr id="355" name=""/>
          <p:cNvPicPr>
            <a:picLocks xmlns:a="http://schemas.openxmlformats.org/drawingml/2006/main" noChangeAspect="1"/>
          </p:cNvPicPr>
          <p:nvPr/>
        </p:nvPicPr>
        <p:blipFill>
          <a:blip xmlns:r="http://schemas.openxmlformats.org/officeDocument/2006/relationships" xmlns:a="http://schemas.openxmlformats.org/drawingml/2006/main" r:embed="R708926f9adc64eff"/>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351" name="1">
            <a:extLst xmlns:a="http://schemas.openxmlformats.org/drawingml/2006/main">
              <a:ext uri="{FF2B5EF4-FFF2-40B4-BE49-F238E27FC236}">
                <a16:creationId xmlns:a16="http://schemas.microsoft.com/office/drawing/2014/main" id="{CB51132A-19F8-41FD-B261-39B2050C9243}"/>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a:t>
            </a:r>
          </a:p>
        </p:txBody>
      </p:sp>
      <p:sp>
        <p:nvSpPr>
          <p:cNvPr id="352" name="Практика 4:&#10;две фичи&#10;с агентом">
            <a:extLst xmlns:a="http://schemas.openxmlformats.org/drawingml/2006/main">
              <a:ext uri="{FF2B5EF4-FFF2-40B4-BE49-F238E27FC236}">
                <a16:creationId xmlns:a16="http://schemas.microsoft.com/office/drawing/2014/main" id="{14A3E594-5A60-4E80-8A6B-1B324273DA83}"/>
              </a:ext>
            </a:extLst>
          </p:cNvPr>
          <p:cNvSpPr>
            <a:spLocks xmlns:a="http://schemas.openxmlformats.org/drawingml/2006/main" noGrp="1"/>
          </p:cNvSpPr>
          <p:nvPr/>
        </p:nvSpPr>
        <p:spPr>
          <a:xfrm xmlns:a="http://schemas.openxmlformats.org/drawingml/2006/main">
            <a:off x="309658" y="379667"/>
            <a:ext cx="5429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4500" b="0">
                <a:solidFill>
                  <a:srgbClr val="000000"/>
                </a:solidFill>
                <a:latin typeface="Manrope"/>
                <a:ea typeface="Manrope"/>
                <a:cs typeface="Manrope"/>
              </a:defRPr>
            </a:pPr>
            <a:r>
              <a:rPr sz="4500" b="0">
                <a:solidFill>
                  <a:srgbClr val="000000"/>
                </a:solidFill>
                <a:latin typeface="Manrope"/>
                <a:ea typeface="Manrope"/>
                <a:cs typeface="Manrope"/>
              </a:rPr>
              <a:t>Практика 4:</a:t>
            </a:r>
          </a:p>
          <a:p xmlns:a="http://schemas.openxmlformats.org/drawingml/2006/main">
            <a:pPr algn="l">
              <a:lnSpc>
                <a:spcPct val="107000"/>
              </a:lnSpc>
              <a:buNone/>
              <a:defRPr sz="4500" b="0">
                <a:solidFill>
                  <a:srgbClr val="000000"/>
                </a:solidFill>
                <a:latin typeface="Manrope"/>
                <a:ea typeface="Manrope"/>
                <a:cs typeface="Manrope"/>
              </a:defRPr>
            </a:pPr>
            <a:r>
              <a:rPr sz="4500" b="0">
                <a:solidFill>
                  <a:srgbClr val="000000"/>
                </a:solidFill>
                <a:latin typeface="Manrope"/>
                <a:ea typeface="Manrope"/>
                <a:cs typeface="Manrope"/>
              </a:rPr>
              <a:t>две фичи</a:t>
            </a:r>
          </a:p>
          <a:p xmlns:a="http://schemas.openxmlformats.org/drawingml/2006/main">
            <a:pPr algn="l">
              <a:lnSpc>
                <a:spcPct val="107000"/>
              </a:lnSpc>
              <a:buNone/>
              <a:defRPr sz="4500" b="0">
                <a:solidFill>
                  <a:srgbClr val="000000"/>
                </a:solidFill>
                <a:latin typeface="Manrope"/>
                <a:ea typeface="Manrope"/>
                <a:cs typeface="Manrope"/>
              </a:defRPr>
            </a:pPr>
            <a:r>
              <a:rPr sz="4500" b="0">
                <a:solidFill>
                  <a:srgbClr val="000000"/>
                </a:solidFill>
                <a:latin typeface="Manrope"/>
                <a:ea typeface="Manrope"/>
                <a:cs typeface="Manrope"/>
              </a:rPr>
              <a:t>с агентом</a:t>
            </a:r>
          </a:p>
        </p:txBody>
      </p:sp>
      <p:sp>
        <p:nvSpPr>
          <p:cNvPr id="353" name="Смотрим показ, повторяем в своём проекте,&#10;проверяем результат каж">
            <a:extLst xmlns:a="http://schemas.openxmlformats.org/drawingml/2006/main">
              <a:ext uri="{FF2B5EF4-FFF2-40B4-BE49-F238E27FC236}">
                <a16:creationId xmlns:a16="http://schemas.microsoft.com/office/drawing/2014/main" id="{08FED0C2-CE48-4466-BC1B-FA7D4C9EE960}"/>
              </a:ext>
            </a:extLst>
          </p:cNvPr>
          <p:cNvSpPr>
            <a:spLocks xmlns:a="http://schemas.openxmlformats.org/drawingml/2006/main" noGrp="1"/>
          </p:cNvSpPr>
          <p:nvPr/>
        </p:nvSpPr>
        <p:spPr>
          <a:xfrm xmlns:a="http://schemas.openxmlformats.org/drawingml/2006/main">
            <a:off x="352425" y="320992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Смотрим показ, повторяем в своём проекте,</a:t>
            </a:r>
          </a:p>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проверяем результат каждого этапа.</a:t>
            </a:r>
          </a:p>
        </p:txBody>
      </p:sp>
    </p:spTree>
    <p:extLst>
      <p:ext uri="{BB962C8B-B14F-4D97-AF65-F5344CB8AC3E}">
        <p14:creationId xmlns:p14="http://schemas.microsoft.com/office/powerpoint/2010/main" val="52659086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02a8cfbb097435d"/>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
            <a:extLst xmlns:a="http://schemas.openxmlformats.org/drawingml/2006/main">
              <a:ext uri="{FF2B5EF4-FFF2-40B4-BE49-F238E27FC236}">
                <a16:creationId xmlns:a16="http://schemas.microsoft.com/office/drawing/2014/main" id="{B132D890-5331-418C-AB51-B013F665374C}"/>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a:t>
            </a:r>
          </a:p>
        </p:txBody>
      </p:sp>
      <p:sp>
        <p:nvSpPr>
          <p:cNvPr id="3" name="Наш маршрут на 90 минут">
            <a:extLst xmlns:a="http://schemas.openxmlformats.org/drawingml/2006/main">
              <a:ext uri="{FF2B5EF4-FFF2-40B4-BE49-F238E27FC236}">
                <a16:creationId xmlns:a16="http://schemas.microsoft.com/office/drawing/2014/main" id="{80652CE6-792C-4172-A7F6-EA1C17ECB7FA}"/>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Наш маршрут на 90 минут</a:t>
            </a:r>
          </a:p>
        </p:txBody>
      </p:sp>
      <p:sp>
        <p:nvSpPr>
          <p:cNvPr id="4" name="Подложка Avito Start">
            <a:extLst xmlns:a="http://schemas.openxmlformats.org/drawingml/2006/main">
              <a:ext uri="{FF2B5EF4-FFF2-40B4-BE49-F238E27FC236}">
                <a16:creationId xmlns:a16="http://schemas.microsoft.com/office/drawing/2014/main" id="{7E01AB44-2571-43E6-AF46-E397F5BED433}"/>
              </a:ext>
            </a:extLst>
          </p:cNvPr>
          <p:cNvSpPr>
            <a:spLocks xmlns:a="http://schemas.openxmlformats.org/drawingml/2006/main" noGrp="1"/>
          </p:cNvSpPr>
          <p:nvPr/>
        </p:nvSpPr>
        <p:spPr>
          <a:xfrm xmlns:a="http://schemas.openxmlformats.org/drawingml/2006/main" rot="0">
            <a:off x="361950" y="1276350"/>
            <a:ext cx="238125" cy="238125"/>
          </a:xfrm>
          <a:prstGeom xmlns:a="http://schemas.openxmlformats.org/drawingml/2006/main" prst="rect">
            <a:avLst/>
          </a:prstGeom>
          <a:solidFill xmlns:a="http://schemas.openxmlformats.org/drawingml/2006/main">
            <a:srgbClr val="FF3F53"/>
          </a:solidFill>
          <a:ln xmlns:a="http://schemas.openxmlformats.org/drawingml/2006/main" w="0">
            <a:noFill/>
          </a:ln>
        </p:spPr>
      </p:sp>
      <p:sp>
        <p:nvSpPr>
          <p:cNvPr id="5" name="1">
            <a:extLst xmlns:a="http://schemas.openxmlformats.org/drawingml/2006/main">
              <a:ext uri="{FF2B5EF4-FFF2-40B4-BE49-F238E27FC236}">
                <a16:creationId xmlns:a16="http://schemas.microsoft.com/office/drawing/2014/main" id="{BA505A1D-4884-4798-9111-44B15B742942}"/>
              </a:ext>
            </a:extLst>
          </p:cNvPr>
          <p:cNvSpPr>
            <a:spLocks xmlns:a="http://schemas.openxmlformats.org/drawingml/2006/main" noGrp="1"/>
          </p:cNvSpPr>
          <p:nvPr/>
        </p:nvSpPr>
        <p:spPr>
          <a:xfrm xmlns:a="http://schemas.openxmlformats.org/drawingml/2006/main">
            <a:off x="361950" y="1285875"/>
            <a:ext cx="238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7000"/>
              </a:lnSpc>
              <a:buNone/>
              <a:defRPr sz="1200" b="1">
                <a:solidFill>
                  <a:srgbClr val="000000"/>
                </a:solidFill>
                <a:latin typeface="Manrope"/>
                <a:ea typeface="Manrope"/>
                <a:cs typeface="Manrope"/>
              </a:defRPr>
            </a:pPr>
            <a:r>
              <a:rPr sz="1200" b="1">
                <a:solidFill>
                  <a:srgbClr val="000000"/>
                </a:solidFill>
                <a:latin typeface="Manrope"/>
                <a:ea typeface="Manrope"/>
                <a:cs typeface="Manrope"/>
              </a:rPr>
              <a:t>1</a:t>
            </a:r>
          </a:p>
        </p:txBody>
      </p:sp>
      <p:sp>
        <p:nvSpPr>
          <p:cNvPr id="6" name="Выбираем две маленькие фичи · 5 мин">
            <a:extLst xmlns:a="http://schemas.openxmlformats.org/drawingml/2006/main">
              <a:ext uri="{FF2B5EF4-FFF2-40B4-BE49-F238E27FC236}">
                <a16:creationId xmlns:a16="http://schemas.microsoft.com/office/drawing/2014/main" id="{AB9A332E-0464-41C6-8E63-553BFA0FDEB8}"/>
              </a:ext>
            </a:extLst>
          </p:cNvPr>
          <p:cNvSpPr>
            <a:spLocks xmlns:a="http://schemas.openxmlformats.org/drawingml/2006/main" noGrp="1"/>
          </p:cNvSpPr>
          <p:nvPr/>
        </p:nvSpPr>
        <p:spPr>
          <a:xfrm xmlns:a="http://schemas.openxmlformats.org/drawingml/2006/main">
            <a:off x="790575" y="1257300"/>
            <a:ext cx="719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Выбираем две маленькие фичи · 5 мин</a:t>
            </a:r>
          </a:p>
        </p:txBody>
      </p:sp>
      <p:sp>
        <p:nvSpPr>
          <p:cNvPr id="7" name="Ожидаемое поведение и способ проверки">
            <a:extLst xmlns:a="http://schemas.openxmlformats.org/drawingml/2006/main">
              <a:ext uri="{FF2B5EF4-FFF2-40B4-BE49-F238E27FC236}">
                <a16:creationId xmlns:a16="http://schemas.microsoft.com/office/drawing/2014/main" id="{98BFF3C8-8B87-47C4-BB75-A87EF5D29C47}"/>
              </a:ext>
            </a:extLst>
          </p:cNvPr>
          <p:cNvSpPr>
            <a:spLocks xmlns:a="http://schemas.openxmlformats.org/drawingml/2006/main" noGrp="1"/>
          </p:cNvSpPr>
          <p:nvPr/>
        </p:nvSpPr>
        <p:spPr>
          <a:xfrm xmlns:a="http://schemas.openxmlformats.org/drawingml/2006/main">
            <a:off x="790575" y="153352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Ожидаемое поведение и способ проверки</a:t>
            </a:r>
          </a:p>
        </p:txBody>
      </p:sp>
      <p:sp>
        <p:nvSpPr>
          <p:cNvPr id="8" name="Подложка Avito Start">
            <a:extLst xmlns:a="http://schemas.openxmlformats.org/drawingml/2006/main">
              <a:ext uri="{FF2B5EF4-FFF2-40B4-BE49-F238E27FC236}">
                <a16:creationId xmlns:a16="http://schemas.microsoft.com/office/drawing/2014/main" id="{E2D46046-1914-40BD-8894-0D720762DC68}"/>
              </a:ext>
            </a:extLst>
          </p:cNvPr>
          <p:cNvSpPr>
            <a:spLocks xmlns:a="http://schemas.openxmlformats.org/drawingml/2006/main" noGrp="1"/>
          </p:cNvSpPr>
          <p:nvPr/>
        </p:nvSpPr>
        <p:spPr>
          <a:xfrm xmlns:a="http://schemas.openxmlformats.org/drawingml/2006/main" rot="0">
            <a:off x="361950" y="1800225"/>
            <a:ext cx="238125" cy="238125"/>
          </a:xfrm>
          <a:prstGeom xmlns:a="http://schemas.openxmlformats.org/drawingml/2006/main" prst="rect">
            <a:avLst/>
          </a:prstGeom>
          <a:solidFill xmlns:a="http://schemas.openxmlformats.org/drawingml/2006/main">
            <a:srgbClr val="FF3F53"/>
          </a:solidFill>
          <a:ln xmlns:a="http://schemas.openxmlformats.org/drawingml/2006/main" w="0">
            <a:noFill/>
          </a:ln>
        </p:spPr>
      </p:sp>
      <p:sp>
        <p:nvSpPr>
          <p:cNvPr id="9" name="2">
            <a:extLst xmlns:a="http://schemas.openxmlformats.org/drawingml/2006/main">
              <a:ext uri="{FF2B5EF4-FFF2-40B4-BE49-F238E27FC236}">
                <a16:creationId xmlns:a16="http://schemas.microsoft.com/office/drawing/2014/main" id="{2A4E7B09-E989-4A6F-A9A2-EA63D1F4CED0}"/>
              </a:ext>
            </a:extLst>
          </p:cNvPr>
          <p:cNvSpPr>
            <a:spLocks xmlns:a="http://schemas.openxmlformats.org/drawingml/2006/main" noGrp="1"/>
          </p:cNvSpPr>
          <p:nvPr/>
        </p:nvSpPr>
        <p:spPr>
          <a:xfrm xmlns:a="http://schemas.openxmlformats.org/drawingml/2006/main">
            <a:off x="361950" y="1809750"/>
            <a:ext cx="238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7000"/>
              </a:lnSpc>
              <a:buNone/>
              <a:defRPr sz="1200" b="1">
                <a:solidFill>
                  <a:srgbClr val="000000"/>
                </a:solidFill>
                <a:latin typeface="Manrope"/>
                <a:ea typeface="Manrope"/>
                <a:cs typeface="Manrope"/>
              </a:defRPr>
            </a:pPr>
            <a:r>
              <a:rPr sz="1200" b="1">
                <a:solidFill>
                  <a:srgbClr val="000000"/>
                </a:solidFill>
                <a:latin typeface="Manrope"/>
                <a:ea typeface="Manrope"/>
                <a:cs typeface="Manrope"/>
              </a:rPr>
              <a:t>2</a:t>
            </a:r>
          </a:p>
        </p:txBody>
      </p:sp>
      <p:sp>
        <p:nvSpPr>
          <p:cNvPr id="10" name="Готовим среду для A · 20 мин">
            <a:extLst xmlns:a="http://schemas.openxmlformats.org/drawingml/2006/main">
              <a:ext uri="{FF2B5EF4-FFF2-40B4-BE49-F238E27FC236}">
                <a16:creationId xmlns:a16="http://schemas.microsoft.com/office/drawing/2014/main" id="{05F25646-EFB5-491A-9A02-ECF9672528A8}"/>
              </a:ext>
            </a:extLst>
          </p:cNvPr>
          <p:cNvSpPr>
            <a:spLocks xmlns:a="http://schemas.openxmlformats.org/drawingml/2006/main" noGrp="1"/>
          </p:cNvSpPr>
          <p:nvPr/>
        </p:nvSpPr>
        <p:spPr>
          <a:xfrm xmlns:a="http://schemas.openxmlformats.org/drawingml/2006/main">
            <a:off x="790575" y="1781175"/>
            <a:ext cx="719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Готовим среду для A · 20 мин</a:t>
            </a:r>
          </a:p>
        </p:txBody>
      </p:sp>
      <p:sp>
        <p:nvSpPr>
          <p:cNvPr id="11" name="AGENTS.md, один skill, один MCP">
            <a:extLst xmlns:a="http://schemas.openxmlformats.org/drawingml/2006/main">
              <a:ext uri="{FF2B5EF4-FFF2-40B4-BE49-F238E27FC236}">
                <a16:creationId xmlns:a16="http://schemas.microsoft.com/office/drawing/2014/main" id="{8885BE0B-0AE2-4939-808E-72DBA903A994}"/>
              </a:ext>
            </a:extLst>
          </p:cNvPr>
          <p:cNvSpPr>
            <a:spLocks xmlns:a="http://schemas.openxmlformats.org/drawingml/2006/main" noGrp="1"/>
          </p:cNvSpPr>
          <p:nvPr/>
        </p:nvSpPr>
        <p:spPr>
          <a:xfrm xmlns:a="http://schemas.openxmlformats.org/drawingml/2006/main">
            <a:off x="790575" y="20574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AGENTS.md, один skill, один MCP</a:t>
            </a:r>
          </a:p>
        </p:txBody>
      </p:sp>
      <p:sp>
        <p:nvSpPr>
          <p:cNvPr id="12" name="Подложка Avito Start">
            <a:extLst xmlns:a="http://schemas.openxmlformats.org/drawingml/2006/main">
              <a:ext uri="{FF2B5EF4-FFF2-40B4-BE49-F238E27FC236}">
                <a16:creationId xmlns:a16="http://schemas.microsoft.com/office/drawing/2014/main" id="{B4825617-98B0-4875-8464-F86946EDA49E}"/>
              </a:ext>
            </a:extLst>
          </p:cNvPr>
          <p:cNvSpPr>
            <a:spLocks xmlns:a="http://schemas.openxmlformats.org/drawingml/2006/main" noGrp="1"/>
          </p:cNvSpPr>
          <p:nvPr/>
        </p:nvSpPr>
        <p:spPr>
          <a:xfrm xmlns:a="http://schemas.openxmlformats.org/drawingml/2006/main" rot="0">
            <a:off x="361950" y="2324100"/>
            <a:ext cx="238125" cy="238125"/>
          </a:xfrm>
          <a:prstGeom xmlns:a="http://schemas.openxmlformats.org/drawingml/2006/main" prst="rect">
            <a:avLst/>
          </a:prstGeom>
          <a:solidFill xmlns:a="http://schemas.openxmlformats.org/drawingml/2006/main">
            <a:srgbClr val="FF3F53"/>
          </a:solidFill>
          <a:ln xmlns:a="http://schemas.openxmlformats.org/drawingml/2006/main" w="0">
            <a:noFill/>
          </a:ln>
        </p:spPr>
      </p:sp>
      <p:sp>
        <p:nvSpPr>
          <p:cNvPr id="13" name="3">
            <a:extLst xmlns:a="http://schemas.openxmlformats.org/drawingml/2006/main">
              <a:ext uri="{FF2B5EF4-FFF2-40B4-BE49-F238E27FC236}">
                <a16:creationId xmlns:a16="http://schemas.microsoft.com/office/drawing/2014/main" id="{60A3F7C9-2C73-4C25-A6EC-4E3D9824A61E}"/>
              </a:ext>
            </a:extLst>
          </p:cNvPr>
          <p:cNvSpPr>
            <a:spLocks xmlns:a="http://schemas.openxmlformats.org/drawingml/2006/main" noGrp="1"/>
          </p:cNvSpPr>
          <p:nvPr/>
        </p:nvSpPr>
        <p:spPr>
          <a:xfrm xmlns:a="http://schemas.openxmlformats.org/drawingml/2006/main">
            <a:off x="361950" y="2333625"/>
            <a:ext cx="238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7000"/>
              </a:lnSpc>
              <a:buNone/>
              <a:defRPr sz="1200" b="1">
                <a:solidFill>
                  <a:srgbClr val="000000"/>
                </a:solidFill>
                <a:latin typeface="Manrope"/>
                <a:ea typeface="Manrope"/>
                <a:cs typeface="Manrope"/>
              </a:defRPr>
            </a:pPr>
            <a:r>
              <a:rPr sz="1200" b="1">
                <a:solidFill>
                  <a:srgbClr val="000000"/>
                </a:solidFill>
                <a:latin typeface="Manrope"/>
                <a:ea typeface="Manrope"/>
                <a:cs typeface="Manrope"/>
              </a:rPr>
              <a:t>3</a:t>
            </a:r>
          </a:p>
        </p:txBody>
      </p:sp>
      <p:sp>
        <p:nvSpPr>
          <p:cNvPr id="14" name="Реализуем и принимаем A · 15 мин">
            <a:extLst xmlns:a="http://schemas.openxmlformats.org/drawingml/2006/main">
              <a:ext uri="{FF2B5EF4-FFF2-40B4-BE49-F238E27FC236}">
                <a16:creationId xmlns:a16="http://schemas.microsoft.com/office/drawing/2014/main" id="{85857A4B-A5CA-42B6-BFA2-3F7DFFB3D3C7}"/>
              </a:ext>
            </a:extLst>
          </p:cNvPr>
          <p:cNvSpPr>
            <a:spLocks xmlns:a="http://schemas.openxmlformats.org/drawingml/2006/main" noGrp="1"/>
          </p:cNvSpPr>
          <p:nvPr/>
        </p:nvSpPr>
        <p:spPr>
          <a:xfrm xmlns:a="http://schemas.openxmlformats.org/drawingml/2006/main">
            <a:off x="790575" y="2305050"/>
            <a:ext cx="719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Реализуем и принимаем A · 15 мин</a:t>
            </a:r>
          </a:p>
        </p:txBody>
      </p:sp>
      <p:sp>
        <p:nvSpPr>
          <p:cNvPr id="15" name="Короткое поручение, diff, тест, commit">
            <a:extLst xmlns:a="http://schemas.openxmlformats.org/drawingml/2006/main">
              <a:ext uri="{FF2B5EF4-FFF2-40B4-BE49-F238E27FC236}">
                <a16:creationId xmlns:a16="http://schemas.microsoft.com/office/drawing/2014/main" id="{3410EC2D-D91A-4463-AF0B-4E6491F2E57C}"/>
              </a:ext>
            </a:extLst>
          </p:cNvPr>
          <p:cNvSpPr>
            <a:spLocks xmlns:a="http://schemas.openxmlformats.org/drawingml/2006/main" noGrp="1"/>
          </p:cNvSpPr>
          <p:nvPr/>
        </p:nvSpPr>
        <p:spPr>
          <a:xfrm xmlns:a="http://schemas.openxmlformats.org/drawingml/2006/main">
            <a:off x="790575" y="258127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Короткое поручение, diff, тест, commit</a:t>
            </a:r>
          </a:p>
        </p:txBody>
      </p:sp>
      <p:sp>
        <p:nvSpPr>
          <p:cNvPr id="16" name="Подложка Avito Start">
            <a:extLst xmlns:a="http://schemas.openxmlformats.org/drawingml/2006/main">
              <a:ext uri="{FF2B5EF4-FFF2-40B4-BE49-F238E27FC236}">
                <a16:creationId xmlns:a16="http://schemas.microsoft.com/office/drawing/2014/main" id="{CE28932F-8F07-494F-A5CF-B36DD71DB669}"/>
              </a:ext>
            </a:extLst>
          </p:cNvPr>
          <p:cNvSpPr>
            <a:spLocks xmlns:a="http://schemas.openxmlformats.org/drawingml/2006/main" noGrp="1"/>
          </p:cNvSpPr>
          <p:nvPr/>
        </p:nvSpPr>
        <p:spPr>
          <a:xfrm xmlns:a="http://schemas.openxmlformats.org/drawingml/2006/main" rot="0">
            <a:off x="361950" y="2847975"/>
            <a:ext cx="238125" cy="238125"/>
          </a:xfrm>
          <a:prstGeom xmlns:a="http://schemas.openxmlformats.org/drawingml/2006/main" prst="rect">
            <a:avLst/>
          </a:prstGeom>
          <a:solidFill xmlns:a="http://schemas.openxmlformats.org/drawingml/2006/main">
            <a:srgbClr val="FF3F53"/>
          </a:solidFill>
          <a:ln xmlns:a="http://schemas.openxmlformats.org/drawingml/2006/main" w="0">
            <a:noFill/>
          </a:ln>
        </p:spPr>
      </p:sp>
      <p:sp>
        <p:nvSpPr>
          <p:cNvPr id="17" name="4">
            <a:extLst xmlns:a="http://schemas.openxmlformats.org/drawingml/2006/main">
              <a:ext uri="{FF2B5EF4-FFF2-40B4-BE49-F238E27FC236}">
                <a16:creationId xmlns:a16="http://schemas.microsoft.com/office/drawing/2014/main" id="{D1DF00B2-5113-4453-B66A-505102B34739}"/>
              </a:ext>
            </a:extLst>
          </p:cNvPr>
          <p:cNvSpPr>
            <a:spLocks xmlns:a="http://schemas.openxmlformats.org/drawingml/2006/main" noGrp="1"/>
          </p:cNvSpPr>
          <p:nvPr/>
        </p:nvSpPr>
        <p:spPr>
          <a:xfrm xmlns:a="http://schemas.openxmlformats.org/drawingml/2006/main">
            <a:off x="361950" y="2857500"/>
            <a:ext cx="238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7000"/>
              </a:lnSpc>
              <a:buNone/>
              <a:defRPr sz="1200" b="1">
                <a:solidFill>
                  <a:srgbClr val="000000"/>
                </a:solidFill>
                <a:latin typeface="Manrope"/>
                <a:ea typeface="Manrope"/>
                <a:cs typeface="Manrope"/>
              </a:defRPr>
            </a:pPr>
            <a:r>
              <a:rPr sz="1200" b="1">
                <a:solidFill>
                  <a:srgbClr val="000000"/>
                </a:solidFill>
                <a:latin typeface="Manrope"/>
                <a:ea typeface="Manrope"/>
                <a:cs typeface="Manrope"/>
              </a:rPr>
              <a:t>4</a:t>
            </a:r>
          </a:p>
        </p:txBody>
      </p:sp>
      <p:sp>
        <p:nvSpPr>
          <p:cNvPr id="18" name="Добавляем правила и hooks · 15 мин">
            <a:extLst xmlns:a="http://schemas.openxmlformats.org/drawingml/2006/main">
              <a:ext uri="{FF2B5EF4-FFF2-40B4-BE49-F238E27FC236}">
                <a16:creationId xmlns:a16="http://schemas.microsoft.com/office/drawing/2014/main" id="{23B72C3E-115E-4D7A-910D-85FCEA39F6CA}"/>
              </a:ext>
            </a:extLst>
          </p:cNvPr>
          <p:cNvSpPr>
            <a:spLocks xmlns:a="http://schemas.openxmlformats.org/drawingml/2006/main" noGrp="1"/>
          </p:cNvSpPr>
          <p:nvPr/>
        </p:nvSpPr>
        <p:spPr>
          <a:xfrm xmlns:a="http://schemas.openxmlformats.org/drawingml/2006/main">
            <a:off x="790575" y="2828925"/>
            <a:ext cx="719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Добавляем правила и hooks · 15 мин</a:t>
            </a:r>
          </a:p>
        </p:txBody>
      </p:sp>
      <p:sp>
        <p:nvSpPr>
          <p:cNvPr id="19" name="Style guide и автоматическая проверка">
            <a:extLst xmlns:a="http://schemas.openxmlformats.org/drawingml/2006/main">
              <a:ext uri="{FF2B5EF4-FFF2-40B4-BE49-F238E27FC236}">
                <a16:creationId xmlns:a16="http://schemas.microsoft.com/office/drawing/2014/main" id="{39BD479E-E4AE-4CEB-9C10-C4B288FBB23B}"/>
              </a:ext>
            </a:extLst>
          </p:cNvPr>
          <p:cNvSpPr>
            <a:spLocks xmlns:a="http://schemas.openxmlformats.org/drawingml/2006/main" noGrp="1"/>
          </p:cNvSpPr>
          <p:nvPr/>
        </p:nvSpPr>
        <p:spPr>
          <a:xfrm xmlns:a="http://schemas.openxmlformats.org/drawingml/2006/main">
            <a:off x="790575" y="31051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Style guide и автоматическая проверка</a:t>
            </a:r>
          </a:p>
        </p:txBody>
      </p:sp>
      <p:sp>
        <p:nvSpPr>
          <p:cNvPr id="20" name="Подложка Avito Start">
            <a:extLst xmlns:a="http://schemas.openxmlformats.org/drawingml/2006/main">
              <a:ext uri="{FF2B5EF4-FFF2-40B4-BE49-F238E27FC236}">
                <a16:creationId xmlns:a16="http://schemas.microsoft.com/office/drawing/2014/main" id="{A1200224-B025-4E5A-B206-2ABC0FA2EF68}"/>
              </a:ext>
            </a:extLst>
          </p:cNvPr>
          <p:cNvSpPr>
            <a:spLocks xmlns:a="http://schemas.openxmlformats.org/drawingml/2006/main" noGrp="1"/>
          </p:cNvSpPr>
          <p:nvPr/>
        </p:nvSpPr>
        <p:spPr>
          <a:xfrm xmlns:a="http://schemas.openxmlformats.org/drawingml/2006/main" rot="0">
            <a:off x="361950" y="3371850"/>
            <a:ext cx="238125" cy="238125"/>
          </a:xfrm>
          <a:prstGeom xmlns:a="http://schemas.openxmlformats.org/drawingml/2006/main" prst="rect">
            <a:avLst/>
          </a:prstGeom>
          <a:solidFill xmlns:a="http://schemas.openxmlformats.org/drawingml/2006/main">
            <a:srgbClr val="FF3F53"/>
          </a:solidFill>
          <a:ln xmlns:a="http://schemas.openxmlformats.org/drawingml/2006/main" w="0">
            <a:noFill/>
          </a:ln>
        </p:spPr>
      </p:sp>
      <p:sp>
        <p:nvSpPr>
          <p:cNvPr id="21" name="5">
            <a:extLst xmlns:a="http://schemas.openxmlformats.org/drawingml/2006/main">
              <a:ext uri="{FF2B5EF4-FFF2-40B4-BE49-F238E27FC236}">
                <a16:creationId xmlns:a16="http://schemas.microsoft.com/office/drawing/2014/main" id="{E2024C10-418D-4377-85D3-4FF541BB6099}"/>
              </a:ext>
            </a:extLst>
          </p:cNvPr>
          <p:cNvSpPr>
            <a:spLocks xmlns:a="http://schemas.openxmlformats.org/drawingml/2006/main" noGrp="1"/>
          </p:cNvSpPr>
          <p:nvPr/>
        </p:nvSpPr>
        <p:spPr>
          <a:xfrm xmlns:a="http://schemas.openxmlformats.org/drawingml/2006/main">
            <a:off x="361950" y="3381375"/>
            <a:ext cx="238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7000"/>
              </a:lnSpc>
              <a:buNone/>
              <a:defRPr sz="1200" b="1">
                <a:solidFill>
                  <a:srgbClr val="000000"/>
                </a:solidFill>
                <a:latin typeface="Manrope"/>
                <a:ea typeface="Manrope"/>
                <a:cs typeface="Manrope"/>
              </a:defRPr>
            </a:pPr>
            <a:r>
              <a:rPr sz="1200" b="1">
                <a:solidFill>
                  <a:srgbClr val="000000"/>
                </a:solidFill>
                <a:latin typeface="Manrope"/>
                <a:ea typeface="Manrope"/>
                <a:cs typeface="Manrope"/>
              </a:rPr>
              <a:t>5</a:t>
            </a:r>
          </a:p>
        </p:txBody>
      </p:sp>
      <p:sp>
        <p:nvSpPr>
          <p:cNvPr id="22" name="Делаем B отдельно · 25 мин">
            <a:extLst xmlns:a="http://schemas.openxmlformats.org/drawingml/2006/main">
              <a:ext uri="{FF2B5EF4-FFF2-40B4-BE49-F238E27FC236}">
                <a16:creationId xmlns:a16="http://schemas.microsoft.com/office/drawing/2014/main" id="{54E9DFD6-84AD-4D55-B09C-7FE8C9AA18BD}"/>
              </a:ext>
            </a:extLst>
          </p:cNvPr>
          <p:cNvSpPr>
            <a:spLocks xmlns:a="http://schemas.openxmlformats.org/drawingml/2006/main" noGrp="1"/>
          </p:cNvSpPr>
          <p:nvPr/>
        </p:nvSpPr>
        <p:spPr>
          <a:xfrm xmlns:a="http://schemas.openxmlformats.org/drawingml/2006/main">
            <a:off x="790575" y="3352800"/>
            <a:ext cx="719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Делаем B отдельно · 25 мин</a:t>
            </a:r>
          </a:p>
        </p:txBody>
      </p:sp>
      <p:sp>
        <p:nvSpPr>
          <p:cNvPr id="23" name="Worktree, новый контекст и subagent review">
            <a:extLst xmlns:a="http://schemas.openxmlformats.org/drawingml/2006/main">
              <a:ext uri="{FF2B5EF4-FFF2-40B4-BE49-F238E27FC236}">
                <a16:creationId xmlns:a16="http://schemas.microsoft.com/office/drawing/2014/main" id="{76AC31BF-D5AC-45D4-B13E-97E32A87B173}"/>
              </a:ext>
            </a:extLst>
          </p:cNvPr>
          <p:cNvSpPr>
            <a:spLocks xmlns:a="http://schemas.openxmlformats.org/drawingml/2006/main" noGrp="1"/>
          </p:cNvSpPr>
          <p:nvPr/>
        </p:nvSpPr>
        <p:spPr>
          <a:xfrm xmlns:a="http://schemas.openxmlformats.org/drawingml/2006/main">
            <a:off x="790575" y="362902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Worktree, новый контекст и subagent review</a:t>
            </a:r>
          </a:p>
        </p:txBody>
      </p:sp>
      <p:sp>
        <p:nvSpPr>
          <p:cNvPr id="24" name="Подложка Avito Start">
            <a:extLst xmlns:a="http://schemas.openxmlformats.org/drawingml/2006/main">
              <a:ext uri="{FF2B5EF4-FFF2-40B4-BE49-F238E27FC236}">
                <a16:creationId xmlns:a16="http://schemas.microsoft.com/office/drawing/2014/main" id="{CBD85C29-0219-43BB-B90A-2E253AB3474E}"/>
              </a:ext>
            </a:extLst>
          </p:cNvPr>
          <p:cNvSpPr>
            <a:spLocks xmlns:a="http://schemas.openxmlformats.org/drawingml/2006/main" noGrp="1"/>
          </p:cNvSpPr>
          <p:nvPr/>
        </p:nvSpPr>
        <p:spPr>
          <a:xfrm xmlns:a="http://schemas.openxmlformats.org/drawingml/2006/main" rot="0">
            <a:off x="361950" y="3895725"/>
            <a:ext cx="238125" cy="238125"/>
          </a:xfrm>
          <a:prstGeom xmlns:a="http://schemas.openxmlformats.org/drawingml/2006/main" prst="rect">
            <a:avLst/>
          </a:prstGeom>
          <a:solidFill xmlns:a="http://schemas.openxmlformats.org/drawingml/2006/main">
            <a:srgbClr val="FF3F53"/>
          </a:solidFill>
          <a:ln xmlns:a="http://schemas.openxmlformats.org/drawingml/2006/main" w="0">
            <a:noFill/>
          </a:ln>
        </p:spPr>
      </p:sp>
      <p:sp>
        <p:nvSpPr>
          <p:cNvPr id="25" name="6">
            <a:extLst xmlns:a="http://schemas.openxmlformats.org/drawingml/2006/main">
              <a:ext uri="{FF2B5EF4-FFF2-40B4-BE49-F238E27FC236}">
                <a16:creationId xmlns:a16="http://schemas.microsoft.com/office/drawing/2014/main" id="{3783A4EC-79B0-4977-B2BC-5606EF447B0A}"/>
              </a:ext>
            </a:extLst>
          </p:cNvPr>
          <p:cNvSpPr>
            <a:spLocks xmlns:a="http://schemas.openxmlformats.org/drawingml/2006/main" noGrp="1"/>
          </p:cNvSpPr>
          <p:nvPr/>
        </p:nvSpPr>
        <p:spPr>
          <a:xfrm xmlns:a="http://schemas.openxmlformats.org/drawingml/2006/main">
            <a:off x="361950" y="3905250"/>
            <a:ext cx="238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7000"/>
              </a:lnSpc>
              <a:buNone/>
              <a:defRPr sz="1200" b="1">
                <a:solidFill>
                  <a:srgbClr val="000000"/>
                </a:solidFill>
                <a:latin typeface="Manrope"/>
                <a:ea typeface="Manrope"/>
                <a:cs typeface="Manrope"/>
              </a:defRPr>
            </a:pPr>
            <a:r>
              <a:rPr sz="1200" b="1">
                <a:solidFill>
                  <a:srgbClr val="000000"/>
                </a:solidFill>
                <a:latin typeface="Manrope"/>
                <a:ea typeface="Manrope"/>
                <a:cs typeface="Manrope"/>
              </a:rPr>
              <a:t>6</a:t>
            </a:r>
          </a:p>
        </p:txBody>
      </p:sp>
      <p:sp>
        <p:nvSpPr>
          <p:cNvPr id="26" name="Объединяем и передаём · 10 мин">
            <a:extLst xmlns:a="http://schemas.openxmlformats.org/drawingml/2006/main">
              <a:ext uri="{FF2B5EF4-FFF2-40B4-BE49-F238E27FC236}">
                <a16:creationId xmlns:a16="http://schemas.microsoft.com/office/drawing/2014/main" id="{4668F9A2-5FDE-45A5-B785-7A03CE3C979A}"/>
              </a:ext>
            </a:extLst>
          </p:cNvPr>
          <p:cNvSpPr>
            <a:spLocks xmlns:a="http://schemas.openxmlformats.org/drawingml/2006/main" noGrp="1"/>
          </p:cNvSpPr>
          <p:nvPr/>
        </p:nvSpPr>
        <p:spPr>
          <a:xfrm xmlns:a="http://schemas.openxmlformats.org/drawingml/2006/main">
            <a:off x="790575" y="3876675"/>
            <a:ext cx="719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Объединяем и передаём · 10 мин</a:t>
            </a:r>
          </a:p>
        </p:txBody>
      </p:sp>
      <p:sp>
        <p:nvSpPr>
          <p:cNvPr id="27" name="Общая проверка, handoff, итоги и ДЗ">
            <a:extLst xmlns:a="http://schemas.openxmlformats.org/drawingml/2006/main">
              <a:ext uri="{FF2B5EF4-FFF2-40B4-BE49-F238E27FC236}">
                <a16:creationId xmlns:a16="http://schemas.microsoft.com/office/drawing/2014/main" id="{93FD3B6E-6165-4D69-B404-824796BC0650}"/>
              </a:ext>
            </a:extLst>
          </p:cNvPr>
          <p:cNvSpPr>
            <a:spLocks xmlns:a="http://schemas.openxmlformats.org/drawingml/2006/main" noGrp="1"/>
          </p:cNvSpPr>
          <p:nvPr/>
        </p:nvSpPr>
        <p:spPr>
          <a:xfrm xmlns:a="http://schemas.openxmlformats.org/drawingml/2006/main">
            <a:off x="790575" y="41529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Общая проверка, handoff, итоги и ДЗ</a:t>
            </a:r>
          </a:p>
        </p:txBody>
      </p:sp>
      <p:sp>
        <p:nvSpPr>
          <p:cNvPr id="28" name="Перед занятием: opencode --version. Команды ниже рассчитаны на Op">
            <a:extLst xmlns:a="http://schemas.openxmlformats.org/drawingml/2006/main">
              <a:ext uri="{FF2B5EF4-FFF2-40B4-BE49-F238E27FC236}">
                <a16:creationId xmlns:a16="http://schemas.microsoft.com/office/drawing/2014/main" id="{33FF8565-8570-4DD9-A6D4-44D649134B84}"/>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Перед занятием: opencode --version. Команды ниже рассчитаны на OpenCode 2.0.20.</a:t>
            </a:r>
          </a:p>
        </p:txBody>
      </p:sp>
    </p:spTree>
    <p:extLst>
      <p:ext uri="{BB962C8B-B14F-4D97-AF65-F5344CB8AC3E}">
        <p14:creationId xmlns:p14="http://schemas.microsoft.com/office/powerpoint/2010/main" val="1388986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36bf50cf18c4937"/>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3">
            <a:extLst xmlns:a="http://schemas.openxmlformats.org/drawingml/2006/main">
              <a:ext uri="{FF2B5EF4-FFF2-40B4-BE49-F238E27FC236}">
                <a16:creationId xmlns:a16="http://schemas.microsoft.com/office/drawing/2014/main" id="{DD6CA0A9-378C-431A-83A4-3625B2A5B9D7}"/>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3</a:t>
            </a:r>
          </a:p>
        </p:txBody>
      </p:sp>
      <p:sp>
        <p:nvSpPr>
          <p:cNvPr id="3" name="Этап 1 · Выбираем две маленькие фичи">
            <a:extLst xmlns:a="http://schemas.openxmlformats.org/drawingml/2006/main">
              <a:ext uri="{FF2B5EF4-FFF2-40B4-BE49-F238E27FC236}">
                <a16:creationId xmlns:a16="http://schemas.microsoft.com/office/drawing/2014/main" id="{B38FBED1-3D64-4CF6-8F10-DC2D9F4AC610}"/>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Этап 1 · Выбираем две маленькие фичи</a:t>
            </a:r>
          </a:p>
        </p:txBody>
      </p:sp>
      <p:sp>
        <p:nvSpPr>
          <p:cNvPr id="4" name="Откройте свой проект из практик 1–3. Ведущий показывает AI-review">
            <a:extLst xmlns:a="http://schemas.openxmlformats.org/drawingml/2006/main">
              <a:ext uri="{FF2B5EF4-FFF2-40B4-BE49-F238E27FC236}">
                <a16:creationId xmlns:a16="http://schemas.microsoft.com/office/drawing/2014/main" id="{44FA5A93-7E68-49FA-B89E-73A728A34255}"/>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Откройте свой проект из практик 1–3. Ведущий показывает AI-review API, вы выбираете сопоставимый кусок своей системы.</a:t>
            </a:r>
          </a:p>
        </p:txBody>
      </p:sp>
      <p:sp>
        <p:nvSpPr>
          <p:cNvPr id="5" name="A: входная валидация">
            <a:extLst xmlns:a="http://schemas.openxmlformats.org/drawingml/2006/main">
              <a:ext uri="{FF2B5EF4-FFF2-40B4-BE49-F238E27FC236}">
                <a16:creationId xmlns:a16="http://schemas.microsoft.com/office/drawing/2014/main" id="{877CCC17-2613-43D6-807D-C5788D0FED50}"/>
              </a:ext>
            </a:extLst>
          </p:cNvPr>
          <p:cNvSpPr>
            <a:spLocks xmlns:a="http://schemas.openxmlformats.org/drawingml/2006/main" noGrp="1"/>
          </p:cNvSpPr>
          <p:nvPr/>
        </p:nvSpPr>
        <p:spPr>
          <a:xfrm xmlns:a="http://schemas.openxmlformats.org/drawingml/2006/main">
            <a:off x="695325" y="1752600"/>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1">
                <a:solidFill>
                  <a:srgbClr val="000000"/>
                </a:solidFill>
                <a:latin typeface="Manrope"/>
                <a:ea typeface="Manrope"/>
                <a:cs typeface="Manrope"/>
              </a:defRPr>
            </a:pPr>
            <a:r>
              <a:rPr sz="1800" b="1">
                <a:solidFill>
                  <a:srgbClr val="000000"/>
                </a:solidFill>
                <a:latin typeface="Manrope"/>
                <a:ea typeface="Manrope"/>
                <a:cs typeface="Manrope"/>
              </a:rPr>
              <a:t>A: входная валидация</a:t>
            </a:r>
          </a:p>
        </p:txBody>
      </p:sp>
      <p:sp>
        <p:nvSpPr>
          <p:cNvPr id="6" name="Проверить входной diff.&#10;Большой запрос отклонить.&#10;При отказе не в">
            <a:extLst xmlns:a="http://schemas.openxmlformats.org/drawingml/2006/main">
              <a:ext uri="{FF2B5EF4-FFF2-40B4-BE49-F238E27FC236}">
                <a16:creationId xmlns:a16="http://schemas.microsoft.com/office/drawing/2014/main" id="{E79F7E8E-2342-41F2-9432-9573F29A539F}"/>
              </a:ext>
            </a:extLst>
          </p:cNvPr>
          <p:cNvSpPr>
            <a:spLocks xmlns:a="http://schemas.openxmlformats.org/drawingml/2006/main" noGrp="1"/>
          </p:cNvSpPr>
          <p:nvPr/>
        </p:nvSpPr>
        <p:spPr>
          <a:xfrm xmlns:a="http://schemas.openxmlformats.org/drawingml/2006/main">
            <a:off x="695325" y="2714625"/>
            <a:ext cx="34766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Проверить входной diff.</a:t>
            </a:r>
          </a:p>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Большой запрос отклонить.</a:t>
            </a:r>
          </a:p>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При отказе не вызывать LLM.</a:t>
            </a:r>
          </a:p>
        </p:txBody>
      </p:sp>
      <p:sp>
        <p:nvSpPr>
          <p:cNvPr id="7" name="B: ошибка зависимости">
            <a:extLst xmlns:a="http://schemas.openxmlformats.org/drawingml/2006/main">
              <a:ext uri="{FF2B5EF4-FFF2-40B4-BE49-F238E27FC236}">
                <a16:creationId xmlns:a16="http://schemas.microsoft.com/office/drawing/2014/main" id="{9AE6BCD9-63A1-4DC1-8172-E3ECFD8D99DF}"/>
              </a:ext>
            </a:extLst>
          </p:cNvPr>
          <p:cNvSpPr>
            <a:spLocks xmlns:a="http://schemas.openxmlformats.org/drawingml/2006/main" noGrp="1"/>
          </p:cNvSpPr>
          <p:nvPr/>
        </p:nvSpPr>
        <p:spPr>
          <a:xfrm xmlns:a="http://schemas.openxmlformats.org/drawingml/2006/main">
            <a:off x="4876800" y="1752600"/>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1">
                <a:solidFill>
                  <a:srgbClr val="000000"/>
                </a:solidFill>
                <a:latin typeface="Manrope"/>
                <a:ea typeface="Manrope"/>
                <a:cs typeface="Manrope"/>
              </a:defRPr>
            </a:pPr>
            <a:r>
              <a:rPr sz="1800" b="1">
                <a:solidFill>
                  <a:srgbClr val="000000"/>
                </a:solidFill>
                <a:latin typeface="Manrope"/>
                <a:ea typeface="Manrope"/>
                <a:cs typeface="Manrope"/>
              </a:rPr>
              <a:t>B: ошибка зависимости</a:t>
            </a:r>
          </a:p>
        </p:txBody>
      </p:sp>
      <p:sp>
        <p:nvSpPr>
          <p:cNvPr id="8" name="Ограничить ожидание LLM.&#10;Вернуть понятную ошибку.&#10;Сохранить сцена">
            <a:extLst xmlns:a="http://schemas.openxmlformats.org/drawingml/2006/main">
              <a:ext uri="{FF2B5EF4-FFF2-40B4-BE49-F238E27FC236}">
                <a16:creationId xmlns:a16="http://schemas.microsoft.com/office/drawing/2014/main" id="{31281D1B-B2E8-4FA6-B430-6AAC9AE381C0}"/>
              </a:ext>
            </a:extLst>
          </p:cNvPr>
          <p:cNvSpPr>
            <a:spLocks xmlns:a="http://schemas.openxmlformats.org/drawingml/2006/main" noGrp="1"/>
          </p:cNvSpPr>
          <p:nvPr/>
        </p:nvSpPr>
        <p:spPr>
          <a:xfrm xmlns:a="http://schemas.openxmlformats.org/drawingml/2006/main">
            <a:off x="4876800" y="2714625"/>
            <a:ext cx="34766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Ограничить ожидание LLM.</a:t>
            </a:r>
          </a:p>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Вернуть понятную ошибку.</a:t>
            </a:r>
          </a:p>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Сохранить сценарии A.</a:t>
            </a:r>
          </a:p>
        </p:txBody>
      </p:sp>
      <p:sp>
        <p:nvSpPr>
          <p:cNvPr id="9" name="Пошаговый маршрут и учебный каркас">
            <a:extLst xmlns:a="http://schemas.openxmlformats.org/drawingml/2006/main">
              <a:ext uri="{FF2B5EF4-FFF2-40B4-BE49-F238E27FC236}">
                <a16:creationId xmlns:a16="http://schemas.microsoft.com/office/drawing/2014/main" id="{5EA1EDE6-DDB4-439C-A9DD-07BBAC073BE3}"/>
              </a:ext>
            </a:extLst>
          </p:cNvPr>
          <p:cNvSpPr>
            <a:spLocks xmlns:a="http://schemas.openxmlformats.org/drawingml/2006/main" noGrp="1"/>
          </p:cNvSpPr>
          <p:nvPr/>
        </p:nvSpPr>
        <p:spPr>
          <a:xfrm xmlns:a="http://schemas.openxmlformats.org/drawingml/2006/main">
            <a:off x="571500" y="428625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e6c7ab23f03c4ec8"/>
              </a:rPr>
              <a:t>Пошаговый маршрут и учебный каркас</a:t>
            </a:r>
          </a:p>
        </p:txBody>
      </p:sp>
      <p:sp>
        <p:nvSpPr>
          <p:cNvPr id="10" name="Учебный AI-review API показывает масштаб задачи. Работайте со сво">
            <a:extLst xmlns:a="http://schemas.openxmlformats.org/drawingml/2006/main">
              <a:ext uri="{FF2B5EF4-FFF2-40B4-BE49-F238E27FC236}">
                <a16:creationId xmlns:a16="http://schemas.microsoft.com/office/drawing/2014/main" id="{D4853F56-99F4-4B00-9A43-99483511CAEE}"/>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Учебный AI-review API показывает масштаб задачи. Работайте со своим проектом и согласованным контрактом.</a:t>
            </a:r>
          </a:p>
        </p:txBody>
      </p:sp>
    </p:spTree>
    <p:extLst>
      <p:ext uri="{BB962C8B-B14F-4D97-AF65-F5344CB8AC3E}">
        <p14:creationId xmlns:p14="http://schemas.microsoft.com/office/powerpoint/2010/main" val="13889860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272bc38fec49b8"/>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4">
            <a:extLst xmlns:a="http://schemas.openxmlformats.org/drawingml/2006/main">
              <a:ext uri="{FF2B5EF4-FFF2-40B4-BE49-F238E27FC236}">
                <a16:creationId xmlns:a16="http://schemas.microsoft.com/office/drawing/2014/main" id="{3D48B941-7A7E-4960-A4FB-2394531CA609}"/>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4</a:t>
            </a:r>
          </a:p>
        </p:txBody>
      </p:sp>
      <p:sp>
        <p:nvSpPr>
          <p:cNvPr id="3" name="Этап 2&#10;Готовим среду для A">
            <a:extLst xmlns:a="http://schemas.openxmlformats.org/drawingml/2006/main">
              <a:ext uri="{FF2B5EF4-FFF2-40B4-BE49-F238E27FC236}">
                <a16:creationId xmlns:a16="http://schemas.microsoft.com/office/drawing/2014/main" id="{5CBC0071-C71D-43C0-8D2F-2501C93C445A}"/>
              </a:ext>
            </a:extLst>
          </p:cNvPr>
          <p:cNvSpPr>
            <a:spLocks xmlns:a="http://schemas.openxmlformats.org/drawingml/2006/main" noGrp="1"/>
          </p:cNvSpPr>
          <p:nvPr/>
        </p:nvSpPr>
        <p:spPr>
          <a:xfrm xmlns:a="http://schemas.openxmlformats.org/drawingml/2006/main">
            <a:off x="762000" y="1066800"/>
            <a:ext cx="762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Этап 2</a:t>
            </a:r>
          </a:p>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Готовим среду для A</a:t>
            </a:r>
          </a:p>
        </p:txBody>
      </p:sp>
      <p:sp>
        <p:nvSpPr>
          <p:cNvPr id="4" name="Подложка Avito Start">
            <a:extLst xmlns:a="http://schemas.openxmlformats.org/drawingml/2006/main">
              <a:ext uri="{FF2B5EF4-FFF2-40B4-BE49-F238E27FC236}">
                <a16:creationId xmlns:a16="http://schemas.microsoft.com/office/drawing/2014/main" id="{D3D013B1-8AE2-4C11-BC7F-73380B46BEB0}"/>
              </a:ext>
            </a:extLst>
          </p:cNvPr>
          <p:cNvSpPr>
            <a:spLocks xmlns:a="http://schemas.openxmlformats.org/drawingml/2006/main" noGrp="1"/>
          </p:cNvSpPr>
          <p:nvPr/>
        </p:nvSpPr>
        <p:spPr>
          <a:xfrm xmlns:a="http://schemas.openxmlformats.org/drawingml/2006/main" rot="180000">
            <a:off x="952500" y="2524125"/>
            <a:ext cx="7239000" cy="1019175"/>
          </a:xfrm>
          <a:prstGeom xmlns:a="http://schemas.openxmlformats.org/drawingml/2006/main" prst="rect">
            <a:avLst/>
          </a:prstGeom>
          <a:solidFill xmlns:a="http://schemas.openxmlformats.org/drawingml/2006/main">
            <a:srgbClr val="00E160"/>
          </a:solidFill>
          <a:ln xmlns:a="http://schemas.openxmlformats.org/drawingml/2006/main" w="0">
            <a:noFill/>
          </a:ln>
        </p:spPr>
      </p:sp>
      <p:sp>
        <p:nvSpPr>
          <p:cNvPr id="5" name="20 минут · Можно дать короткое поручение.">
            <a:extLst xmlns:a="http://schemas.openxmlformats.org/drawingml/2006/main">
              <a:ext uri="{FF2B5EF4-FFF2-40B4-BE49-F238E27FC236}">
                <a16:creationId xmlns:a16="http://schemas.microsoft.com/office/drawing/2014/main" id="{4879620E-912B-4566-AD2C-D6FAA9C4ED03}"/>
              </a:ext>
            </a:extLst>
          </p:cNvPr>
          <p:cNvSpPr>
            <a:spLocks xmlns:a="http://schemas.openxmlformats.org/drawingml/2006/main" noGrp="1"/>
          </p:cNvSpPr>
          <p:nvPr/>
        </p:nvSpPr>
        <p:spPr>
          <a:xfrm xmlns:a="http://schemas.openxmlformats.org/drawingml/2006/main">
            <a:off x="1219200" y="2686050"/>
            <a:ext cx="674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75" b="0">
                <a:solidFill>
                  <a:srgbClr val="000000"/>
                </a:solidFill>
                <a:latin typeface="Manrope"/>
                <a:ea typeface="Manrope"/>
                <a:cs typeface="Manrope"/>
              </a:defRPr>
            </a:pPr>
            <a:r>
              <a:rPr sz="1875" b="0">
                <a:solidFill>
                  <a:srgbClr val="000000"/>
                </a:solidFill>
                <a:latin typeface="Manrope"/>
                <a:ea typeface="Manrope"/>
                <a:cs typeface="Manrope"/>
              </a:rPr>
              <a:t>20 минут · Можно дать короткое поручение.</a:t>
            </a:r>
          </a:p>
        </p:txBody>
      </p:sp>
      <p:sp>
        <p:nvSpPr>
          <p:cNvPr id="6" name="Сейчас: AGENTS.md, подходящий skill и MCP.&#10;Готово, когда: Правило">
            <a:extLst xmlns:a="http://schemas.openxmlformats.org/drawingml/2006/main">
              <a:ext uri="{FF2B5EF4-FFF2-40B4-BE49-F238E27FC236}">
                <a16:creationId xmlns:a16="http://schemas.microsoft.com/office/drawing/2014/main" id="{485DA91A-53B5-46F7-9569-1030D6C3C1EA}"/>
              </a:ext>
            </a:extLst>
          </p:cNvPr>
          <p:cNvSpPr>
            <a:spLocks xmlns:a="http://schemas.openxmlformats.org/drawingml/2006/main" noGrp="1"/>
          </p:cNvSpPr>
          <p:nvPr/>
        </p:nvSpPr>
        <p:spPr>
          <a:xfrm xmlns:a="http://schemas.openxmlformats.org/drawingml/2006/main">
            <a:off x="1257300" y="3705225"/>
            <a:ext cx="6705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Сейчас: AGENTS.md, подходящий skill и MCP.</a:t>
            </a:r>
          </a:p>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Готово, когда: Правило прочитано, skill загружен, tool вызван.</a:t>
            </a:r>
          </a:p>
        </p:txBody>
      </p:sp>
    </p:spTree>
    <p:extLst>
      <p:ext uri="{BB962C8B-B14F-4D97-AF65-F5344CB8AC3E}">
        <p14:creationId xmlns:p14="http://schemas.microsoft.com/office/powerpoint/2010/main" val="1388986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d62be0787434478"/>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5">
            <a:extLst xmlns:a="http://schemas.openxmlformats.org/drawingml/2006/main">
              <a:ext uri="{FF2B5EF4-FFF2-40B4-BE49-F238E27FC236}">
                <a16:creationId xmlns:a16="http://schemas.microsoft.com/office/drawing/2014/main" id="{C6850FE1-062D-44B8-BEF1-29CB163FEF27}"/>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5</a:t>
            </a:r>
          </a:p>
        </p:txBody>
      </p:sp>
      <p:sp>
        <p:nvSpPr>
          <p:cNvPr id="3" name="​2.1 · Правила проекта в AGENTS.md">
            <a:extLst xmlns:a="http://schemas.openxmlformats.org/drawingml/2006/main">
              <a:ext uri="{FF2B5EF4-FFF2-40B4-BE49-F238E27FC236}">
                <a16:creationId xmlns:a16="http://schemas.microsoft.com/office/drawing/2014/main" id="{B235DBFB-B0F2-4C96-A154-68227862366D}"/>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​2.1 · Правила проекта в AGENTS.md</a:t>
            </a:r>
          </a:p>
        </p:txBody>
      </p:sp>
      <p:sp>
        <p:nvSpPr>
          <p:cNvPr id="4" name="В корне проекта укажите, где требования, как проверять результат ">
            <a:extLst xmlns:a="http://schemas.openxmlformats.org/drawingml/2006/main">
              <a:ext uri="{FF2B5EF4-FFF2-40B4-BE49-F238E27FC236}">
                <a16:creationId xmlns:a16="http://schemas.microsoft.com/office/drawing/2014/main" id="{5D89C59F-BD76-4956-A931-5C9619BC9F5F}"/>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В корне проекта укажите, где требования, как проверять результат и что нельзя менять.</a:t>
            </a:r>
          </a:p>
        </p:txBody>
      </p:sp>
      <p:sp>
        <p:nvSpPr>
          <p:cNvPr id="5" name="AGENTS.md · минимальное содержание">
            <a:extLst xmlns:a="http://schemas.openxmlformats.org/drawingml/2006/main">
              <a:ext uri="{FF2B5EF4-FFF2-40B4-BE49-F238E27FC236}">
                <a16:creationId xmlns:a16="http://schemas.microsoft.com/office/drawing/2014/main" id="{A9A78DD0-F1CD-4B5A-BCF3-B95E4BFA7C68}"/>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AGENTS.md · минимальное содержание</a:t>
            </a:r>
          </a:p>
        </p:txBody>
      </p:sp>
      <p:sp>
        <p:nvSpPr>
          <p:cNvPr id="6" name="Подложка Avito Start">
            <a:extLst xmlns:a="http://schemas.openxmlformats.org/drawingml/2006/main">
              <a:ext uri="{FF2B5EF4-FFF2-40B4-BE49-F238E27FC236}">
                <a16:creationId xmlns:a16="http://schemas.microsoft.com/office/drawing/2014/main" id="{4A7AEF24-8680-4DEE-BB52-7619A429DCA9}"/>
              </a:ext>
            </a:extLst>
          </p:cNvPr>
          <p:cNvSpPr>
            <a:spLocks xmlns:a="http://schemas.openxmlformats.org/drawingml/2006/main" noGrp="1"/>
          </p:cNvSpPr>
          <p:nvPr/>
        </p:nvSpPr>
        <p:spPr>
          <a:xfrm xmlns:a="http://schemas.openxmlformats.org/drawingml/2006/main" rot="0">
            <a:off x="571500" y="1724025"/>
            <a:ext cx="5095875"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Контракт: docs/requirements.md&#10;Пример теста: tests/test_example.p">
            <a:extLst xmlns:a="http://schemas.openxmlformats.org/drawingml/2006/main">
              <a:ext uri="{FF2B5EF4-FFF2-40B4-BE49-F238E27FC236}">
                <a16:creationId xmlns:a16="http://schemas.microsoft.com/office/drawing/2014/main" id="{3D2CFB2C-C8CE-43CF-8254-40C29FBD5AFC}"/>
              </a:ext>
            </a:extLst>
          </p:cNvPr>
          <p:cNvSpPr>
            <a:spLocks xmlns:a="http://schemas.openxmlformats.org/drawingml/2006/main" noGrp="1"/>
          </p:cNvSpPr>
          <p:nvPr/>
        </p:nvSpPr>
        <p:spPr>
          <a:xfrm xmlns:a="http://schemas.openxmlformats.org/drawingml/2006/main">
            <a:off x="704850" y="1828800"/>
            <a:ext cx="48291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Контракт: docs/requirements.md</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Пример теста: tests/test_example.py</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Проверка: sh scripts/check.sh</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Не меняй контракт и runner без поручения.</a:t>
            </a:r>
          </a:p>
        </p:txBody>
      </p:sp>
      <p:sp>
        <p:nvSpPr>
          <p:cNvPr id="8" name="В чате OpenCode">
            <a:extLst xmlns:a="http://schemas.openxmlformats.org/drawingml/2006/main">
              <a:ext uri="{FF2B5EF4-FFF2-40B4-BE49-F238E27FC236}">
                <a16:creationId xmlns:a16="http://schemas.microsoft.com/office/drawing/2014/main" id="{65FA1827-6E0B-4860-A71B-AB44104216CB}"/>
              </a:ext>
            </a:extLst>
          </p:cNvPr>
          <p:cNvSpPr>
            <a:spLocks xmlns:a="http://schemas.openxmlformats.org/drawingml/2006/main" noGrp="1"/>
          </p:cNvSpPr>
          <p:nvPr/>
        </p:nvSpPr>
        <p:spPr>
          <a:xfrm xmlns:a="http://schemas.openxmlformats.org/drawingml/2006/main">
            <a:off x="5886450" y="16859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В чате OpenCode</a:t>
            </a:r>
          </a:p>
        </p:txBody>
      </p:sp>
      <p:sp>
        <p:nvSpPr>
          <p:cNvPr id="9" name="Прочитай AGENTS.md. Найди контракт и тест-пример. Назови ограниче">
            <a:extLst xmlns:a="http://schemas.openxmlformats.org/drawingml/2006/main">
              <a:ext uri="{FF2B5EF4-FFF2-40B4-BE49-F238E27FC236}">
                <a16:creationId xmlns:a16="http://schemas.microsoft.com/office/drawing/2014/main" id="{63261DBF-B5B7-464A-AB2E-1EEA46819F48}"/>
              </a:ext>
            </a:extLst>
          </p:cNvPr>
          <p:cNvSpPr>
            <a:spLocks xmlns:a="http://schemas.openxmlformats.org/drawingml/2006/main" noGrp="1"/>
          </p:cNvSpPr>
          <p:nvPr/>
        </p:nvSpPr>
        <p:spPr>
          <a:xfrm xmlns:a="http://schemas.openxmlformats.org/drawingml/2006/main">
            <a:off x="5886450" y="200977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Прочитай AGENTS.md. Найди контракт и тест-пример. Назови ограничения фичи A.</a:t>
            </a:r>
          </a:p>
        </p:txBody>
      </p:sp>
      <p:sp>
        <p:nvSpPr>
          <p:cNvPr id="10" name="Проверка: Агент прочитал нужные файлы и знает реальную команду пр">
            <a:extLst xmlns:a="http://schemas.openxmlformats.org/drawingml/2006/main">
              <a:ext uri="{FF2B5EF4-FFF2-40B4-BE49-F238E27FC236}">
                <a16:creationId xmlns:a16="http://schemas.microsoft.com/office/drawing/2014/main" id="{F16B70A8-F64E-4B5B-9961-E5266B231101}"/>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Агент прочитал нужные файлы и знает реальную команду проверки.</a:t>
            </a:r>
          </a:p>
        </p:txBody>
      </p:sp>
      <p:sp>
        <p:nvSpPr>
          <p:cNvPr id="11" name="OpenCode: правила">
            <a:extLst xmlns:a="http://schemas.openxmlformats.org/drawingml/2006/main">
              <a:ext uri="{FF2B5EF4-FFF2-40B4-BE49-F238E27FC236}">
                <a16:creationId xmlns:a16="http://schemas.microsoft.com/office/drawing/2014/main" id="{9BB767BD-D01C-4853-B4CA-CD4D0530C935}"/>
              </a:ext>
            </a:extLst>
          </p:cNvPr>
          <p:cNvSpPr>
            <a:spLocks xmlns:a="http://schemas.openxmlformats.org/drawingml/2006/main" noGrp="1"/>
          </p:cNvSpPr>
          <p:nvPr/>
        </p:nvSpPr>
        <p:spPr>
          <a:xfrm xmlns:a="http://schemas.openxmlformats.org/drawingml/2006/main">
            <a:off x="571500" y="43529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bcb6d00518c14120"/>
              </a:rPr>
              <a:t>OpenCode: правила</a:t>
            </a:r>
          </a:p>
        </p:txBody>
      </p:sp>
      <p:sp>
        <p:nvSpPr>
          <p:cNvPr id="12" name="Замените примерные пути на существующие файлы своего проекта.">
            <a:extLst xmlns:a="http://schemas.openxmlformats.org/drawingml/2006/main">
              <a:ext uri="{FF2B5EF4-FFF2-40B4-BE49-F238E27FC236}">
                <a16:creationId xmlns:a16="http://schemas.microsoft.com/office/drawing/2014/main" id="{0F464942-35C8-431C-BF8A-1047135D185B}"/>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Замените примерные пути на существующие файлы своего проекта.</a:t>
            </a:r>
          </a:p>
        </p:txBody>
      </p:sp>
    </p:spTree>
    <p:extLst>
      <p:ext uri="{BB962C8B-B14F-4D97-AF65-F5344CB8AC3E}">
        <p14:creationId xmlns:p14="http://schemas.microsoft.com/office/powerpoint/2010/main" val="1388986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66f20bc03d7486e"/>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6">
            <a:extLst xmlns:a="http://schemas.openxmlformats.org/drawingml/2006/main">
              <a:ext uri="{FF2B5EF4-FFF2-40B4-BE49-F238E27FC236}">
                <a16:creationId xmlns:a16="http://schemas.microsoft.com/office/drawing/2014/main" id="{55C6C7FA-9B05-4088-938E-06F860A97DCD}"/>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6</a:t>
            </a:r>
          </a:p>
        </p:txBody>
      </p:sp>
      <p:sp>
        <p:nvSpPr>
          <p:cNvPr id="3" name="​2.2 · Где искать полезные skills">
            <a:extLst xmlns:a="http://schemas.openxmlformats.org/drawingml/2006/main">
              <a:ext uri="{FF2B5EF4-FFF2-40B4-BE49-F238E27FC236}">
                <a16:creationId xmlns:a16="http://schemas.microsoft.com/office/drawing/2014/main" id="{B093E82F-EDA0-4161-BF3E-1CB3CB707086}"/>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​2.2 · Где искать полезные skills</a:t>
            </a:r>
          </a:p>
        </p:txBody>
      </p:sp>
      <p:sp>
        <p:nvSpPr>
          <p:cNvPr id="4" name="Выберите один пакет под фичу A. В нашем демо — TDD для кода и тес">
            <a:extLst xmlns:a="http://schemas.openxmlformats.org/drawingml/2006/main">
              <a:ext uri="{FF2B5EF4-FFF2-40B4-BE49-F238E27FC236}">
                <a16:creationId xmlns:a16="http://schemas.microsoft.com/office/drawing/2014/main" id="{7EBA21B3-0358-42A5-BDB2-1511765D5939}"/>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Выберите один пакет под фичу A. В нашем демо — TDD для кода и тестов.</a:t>
            </a:r>
          </a:p>
        </p:txBody>
      </p:sp>
      <p:sp>
        <p:nvSpPr>
          <p:cNvPr id="5" name="skills.sh · каталог">
            <a:extLst xmlns:a="http://schemas.openxmlformats.org/drawingml/2006/main">
              <a:ext uri="{FF2B5EF4-FFF2-40B4-BE49-F238E27FC236}">
                <a16:creationId xmlns:a16="http://schemas.microsoft.com/office/drawing/2014/main" id="{12BAF0CC-DA3A-4D71-A3D8-8762CE8A2E8B}"/>
              </a:ext>
            </a:extLst>
          </p:cNvPr>
          <p:cNvSpPr>
            <a:spLocks xmlns:a="http://schemas.openxmlformats.org/drawingml/2006/main" noGrp="1"/>
          </p:cNvSpPr>
          <p:nvPr/>
        </p:nvSpPr>
        <p:spPr>
          <a:xfrm xmlns:a="http://schemas.openxmlformats.org/drawingml/2006/main">
            <a:off x="571500" y="141922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skills.sh · каталог</a:t>
            </a:r>
          </a:p>
        </p:txBody>
      </p:sp>
      <p:sp>
        <p:nvSpPr>
          <p:cNvPr id="6" name="Поиск по задаче, библиотеке или инструменту.">
            <a:extLst xmlns:a="http://schemas.openxmlformats.org/drawingml/2006/main">
              <a:ext uri="{FF2B5EF4-FFF2-40B4-BE49-F238E27FC236}">
                <a16:creationId xmlns:a16="http://schemas.microsoft.com/office/drawing/2014/main" id="{5C1CBC50-70D2-4FB9-8658-AF09AD7954FD}"/>
              </a:ext>
            </a:extLst>
          </p:cNvPr>
          <p:cNvSpPr>
            <a:spLocks xmlns:a="http://schemas.openxmlformats.org/drawingml/2006/main" noGrp="1"/>
          </p:cNvSpPr>
          <p:nvPr/>
        </p:nvSpPr>
        <p:spPr>
          <a:xfrm xmlns:a="http://schemas.openxmlformats.org/drawingml/2006/main">
            <a:off x="571500" y="16859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Поиск по задаче, библиотеке или инструменту.</a:t>
            </a:r>
          </a:p>
        </p:txBody>
      </p:sp>
      <p:sp>
        <p:nvSpPr>
          <p:cNvPr id="7" name="https://skills.sh/">
            <a:extLst xmlns:a="http://schemas.openxmlformats.org/drawingml/2006/main">
              <a:ext uri="{FF2B5EF4-FFF2-40B4-BE49-F238E27FC236}">
                <a16:creationId xmlns:a16="http://schemas.microsoft.com/office/drawing/2014/main" id="{00338B74-D91C-43CD-BA74-AFAF836F7170}"/>
              </a:ext>
            </a:extLst>
          </p:cNvPr>
          <p:cNvSpPr>
            <a:spLocks xmlns:a="http://schemas.openxmlformats.org/drawingml/2006/main" noGrp="1"/>
          </p:cNvSpPr>
          <p:nvPr/>
        </p:nvSpPr>
        <p:spPr>
          <a:xfrm xmlns:a="http://schemas.openxmlformats.org/drawingml/2006/main">
            <a:off x="571500" y="189547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07e3540a352b47fd"/>
              </a:rPr>
              <a:t>https://skills.sh/</a:t>
            </a:r>
          </a:p>
        </p:txBody>
      </p:sp>
      <p:sp>
        <p:nvSpPr>
          <p:cNvPr id="8" name="Anthropic Skills · примеры пакетов">
            <a:extLst xmlns:a="http://schemas.openxmlformats.org/drawingml/2006/main">
              <a:ext uri="{FF2B5EF4-FFF2-40B4-BE49-F238E27FC236}">
                <a16:creationId xmlns:a16="http://schemas.microsoft.com/office/drawing/2014/main" id="{5849830E-CAFD-4D6A-85AF-1EF2DE5A4789}"/>
              </a:ext>
            </a:extLst>
          </p:cNvPr>
          <p:cNvSpPr>
            <a:spLocks xmlns:a="http://schemas.openxmlformats.org/drawingml/2006/main" noGrp="1"/>
          </p:cNvSpPr>
          <p:nvPr/>
        </p:nvSpPr>
        <p:spPr>
          <a:xfrm xmlns:a="http://schemas.openxmlformats.org/drawingml/2006/main">
            <a:off x="571500" y="212407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Anthropic Skills · примеры пакетов</a:t>
            </a:r>
          </a:p>
        </p:txBody>
      </p:sp>
      <p:sp>
        <p:nvSpPr>
          <p:cNvPr id="9" name="Смотрите инструкции, скрипты и зависимости.">
            <a:extLst xmlns:a="http://schemas.openxmlformats.org/drawingml/2006/main">
              <a:ext uri="{FF2B5EF4-FFF2-40B4-BE49-F238E27FC236}">
                <a16:creationId xmlns:a16="http://schemas.microsoft.com/office/drawing/2014/main" id="{6B54C26F-F6BB-402C-997F-CD1257DF8A0C}"/>
              </a:ext>
            </a:extLst>
          </p:cNvPr>
          <p:cNvSpPr>
            <a:spLocks xmlns:a="http://schemas.openxmlformats.org/drawingml/2006/main" noGrp="1"/>
          </p:cNvSpPr>
          <p:nvPr/>
        </p:nvSpPr>
        <p:spPr>
          <a:xfrm xmlns:a="http://schemas.openxmlformats.org/drawingml/2006/main">
            <a:off x="571500" y="239077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Смотрите инструкции, скрипты и зависимости.</a:t>
            </a:r>
          </a:p>
        </p:txBody>
      </p:sp>
      <p:sp>
        <p:nvSpPr>
          <p:cNvPr id="10" name="https://github.com/anthropics/skills">
            <a:extLst xmlns:a="http://schemas.openxmlformats.org/drawingml/2006/main">
              <a:ext uri="{FF2B5EF4-FFF2-40B4-BE49-F238E27FC236}">
                <a16:creationId xmlns:a16="http://schemas.microsoft.com/office/drawing/2014/main" id="{6BC97E50-D63B-483D-BE5C-1EF38782F5EC}"/>
              </a:ext>
            </a:extLst>
          </p:cNvPr>
          <p:cNvSpPr>
            <a:spLocks xmlns:a="http://schemas.openxmlformats.org/drawingml/2006/main" noGrp="1"/>
          </p:cNvSpPr>
          <p:nvPr/>
        </p:nvSpPr>
        <p:spPr>
          <a:xfrm xmlns:a="http://schemas.openxmlformats.org/drawingml/2006/main">
            <a:off x="571500" y="260032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54274adbf7cb447c"/>
              </a:rPr>
              <a:t>https://github.com/anthropics/skills</a:t>
            </a:r>
          </a:p>
        </p:txBody>
      </p:sp>
      <p:sp>
        <p:nvSpPr>
          <p:cNvPr id="11" name="test-driven-development">
            <a:extLst xmlns:a="http://schemas.openxmlformats.org/drawingml/2006/main">
              <a:ext uri="{FF2B5EF4-FFF2-40B4-BE49-F238E27FC236}">
                <a16:creationId xmlns:a16="http://schemas.microsoft.com/office/drawing/2014/main" id="{DF9AEE0B-8285-4F57-B0A1-2A3E78585DA5}"/>
              </a:ext>
            </a:extLst>
          </p:cNvPr>
          <p:cNvSpPr>
            <a:spLocks xmlns:a="http://schemas.openxmlformats.org/drawingml/2006/main" noGrp="1"/>
          </p:cNvSpPr>
          <p:nvPr/>
        </p:nvSpPr>
        <p:spPr>
          <a:xfrm xmlns:a="http://schemas.openxmlformats.org/drawingml/2006/main">
            <a:off x="571500" y="282892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test-driven-development</a:t>
            </a:r>
          </a:p>
        </p:txBody>
      </p:sp>
      <p:sp>
        <p:nvSpPr>
          <p:cNvPr id="12" name="Для фичи: тест, ожидаемое падение, реализация.">
            <a:extLst xmlns:a="http://schemas.openxmlformats.org/drawingml/2006/main">
              <a:ext uri="{FF2B5EF4-FFF2-40B4-BE49-F238E27FC236}">
                <a16:creationId xmlns:a16="http://schemas.microsoft.com/office/drawing/2014/main" id="{5F6E3360-E2AB-4CF8-8B79-E5AC74F0047C}"/>
              </a:ext>
            </a:extLst>
          </p:cNvPr>
          <p:cNvSpPr>
            <a:spLocks xmlns:a="http://schemas.openxmlformats.org/drawingml/2006/main" noGrp="1"/>
          </p:cNvSpPr>
          <p:nvPr/>
        </p:nvSpPr>
        <p:spPr>
          <a:xfrm xmlns:a="http://schemas.openxmlformats.org/drawingml/2006/main">
            <a:off x="571500" y="30956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Для фичи: тест, ожидаемое падение, реализация.</a:t>
            </a:r>
          </a:p>
        </p:txBody>
      </p:sp>
      <p:sp>
        <p:nvSpPr>
          <p:cNvPr id="13" name="https://github.com/obra/superpowers/tree/main/skills/test-driven-">
            <a:extLst xmlns:a="http://schemas.openxmlformats.org/drawingml/2006/main">
              <a:ext uri="{FF2B5EF4-FFF2-40B4-BE49-F238E27FC236}">
                <a16:creationId xmlns:a16="http://schemas.microsoft.com/office/drawing/2014/main" id="{4AD92E92-0F53-498A-8C4B-27C85F4ADAD4}"/>
              </a:ext>
            </a:extLst>
          </p:cNvPr>
          <p:cNvSpPr>
            <a:spLocks xmlns:a="http://schemas.openxmlformats.org/drawingml/2006/main" noGrp="1"/>
          </p:cNvSpPr>
          <p:nvPr/>
        </p:nvSpPr>
        <p:spPr>
          <a:xfrm xmlns:a="http://schemas.openxmlformats.org/drawingml/2006/main">
            <a:off x="571500" y="330517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0be163a4f1b14615"/>
              </a:rPr>
              <a:t>https://github.com/obra/superpowers/tree/main/skills/test-driven-development</a:t>
            </a:r>
          </a:p>
        </p:txBody>
      </p:sp>
      <p:sp>
        <p:nvSpPr>
          <p:cNvPr id="14" name="webapp-testing">
            <a:extLst xmlns:a="http://schemas.openxmlformats.org/drawingml/2006/main">
              <a:ext uri="{FF2B5EF4-FFF2-40B4-BE49-F238E27FC236}">
                <a16:creationId xmlns:a16="http://schemas.microsoft.com/office/drawing/2014/main" id="{80D9DBA1-1FF6-42BE-BA82-7D349EC64E8E}"/>
              </a:ext>
            </a:extLst>
          </p:cNvPr>
          <p:cNvSpPr>
            <a:spLocks xmlns:a="http://schemas.openxmlformats.org/drawingml/2006/main" noGrp="1"/>
          </p:cNvSpPr>
          <p:nvPr/>
        </p:nvSpPr>
        <p:spPr>
          <a:xfrm xmlns:a="http://schemas.openxmlformats.org/drawingml/2006/main">
            <a:off x="571500" y="353377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webapp-testing</a:t>
            </a:r>
          </a:p>
        </p:txBody>
      </p:sp>
      <p:sp>
        <p:nvSpPr>
          <p:cNvPr id="15" name="Для работающего UI: сценарий и проверка браузером.">
            <a:extLst xmlns:a="http://schemas.openxmlformats.org/drawingml/2006/main">
              <a:ext uri="{FF2B5EF4-FFF2-40B4-BE49-F238E27FC236}">
                <a16:creationId xmlns:a16="http://schemas.microsoft.com/office/drawing/2014/main" id="{5E265134-C439-4BDF-8D8D-7E0E862AD960}"/>
              </a:ext>
            </a:extLst>
          </p:cNvPr>
          <p:cNvSpPr>
            <a:spLocks xmlns:a="http://schemas.openxmlformats.org/drawingml/2006/main" noGrp="1"/>
          </p:cNvSpPr>
          <p:nvPr/>
        </p:nvSpPr>
        <p:spPr>
          <a:xfrm xmlns:a="http://schemas.openxmlformats.org/drawingml/2006/main">
            <a:off x="571500" y="380047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Для работающего UI: сценарий и проверка браузером.</a:t>
            </a:r>
          </a:p>
        </p:txBody>
      </p:sp>
      <p:sp>
        <p:nvSpPr>
          <p:cNvPr id="16" name="https://github.com/anthropics/skills/tree/main/skills/webapp-test">
            <a:extLst xmlns:a="http://schemas.openxmlformats.org/drawingml/2006/main">
              <a:ext uri="{FF2B5EF4-FFF2-40B4-BE49-F238E27FC236}">
                <a16:creationId xmlns:a16="http://schemas.microsoft.com/office/drawing/2014/main" id="{F3BD2E4A-D582-4D10-8528-12F5B199973D}"/>
              </a:ext>
            </a:extLst>
          </p:cNvPr>
          <p:cNvSpPr>
            <a:spLocks xmlns:a="http://schemas.openxmlformats.org/drawingml/2006/main" noGrp="1"/>
          </p:cNvSpPr>
          <p:nvPr/>
        </p:nvSpPr>
        <p:spPr>
          <a:xfrm xmlns:a="http://schemas.openxmlformats.org/drawingml/2006/main">
            <a:off x="571500" y="401002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6c4ab670286649ff"/>
              </a:rPr>
              <a:t>https://github.com/anthropics/skills/tree/main/skills/webapp-testing</a:t>
            </a:r>
          </a:p>
        </p:txBody>
      </p:sp>
      <p:sp>
        <p:nvSpPr>
          <p:cNvPr id="17" name="Проверка: Можете объяснить, какой шаг вашей задачи улучшит выбран">
            <a:extLst xmlns:a="http://schemas.openxmlformats.org/drawingml/2006/main">
              <a:ext uri="{FF2B5EF4-FFF2-40B4-BE49-F238E27FC236}">
                <a16:creationId xmlns:a16="http://schemas.microsoft.com/office/drawing/2014/main" id="{072C82E6-C5B6-407B-AB5B-1E0D57DB6B5B}"/>
              </a:ext>
            </a:extLst>
          </p:cNvPr>
          <p:cNvSpPr>
            <a:spLocks xmlns:a="http://schemas.openxmlformats.org/drawingml/2006/main" noGrp="1"/>
          </p:cNvSpPr>
          <p:nvPr/>
        </p:nvSpPr>
        <p:spPr>
          <a:xfrm xmlns:a="http://schemas.openxmlformats.org/drawingml/2006/main">
            <a:off x="571500" y="4295775"/>
            <a:ext cx="795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Можете объяснить, какой шаг вашей задачи улучшит выбранный skill.</a:t>
            </a:r>
          </a:p>
        </p:txBody>
      </p:sp>
    </p:spTree>
    <p:extLst>
      <p:ext uri="{BB962C8B-B14F-4D97-AF65-F5344CB8AC3E}">
        <p14:creationId xmlns:p14="http://schemas.microsoft.com/office/powerpoint/2010/main" val="13889860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7cbc846d56b46dd"/>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7">
            <a:extLst xmlns:a="http://schemas.openxmlformats.org/drawingml/2006/main">
              <a:ext uri="{FF2B5EF4-FFF2-40B4-BE49-F238E27FC236}">
                <a16:creationId xmlns:a16="http://schemas.microsoft.com/office/drawing/2014/main" id="{555A6A89-6D77-423A-84A3-47C8CC602AA5}"/>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7</a:t>
            </a:r>
          </a:p>
        </p:txBody>
      </p:sp>
      <p:sp>
        <p:nvSpPr>
          <p:cNvPr id="3" name="​2.3 · Куда положить skill в OpenCode">
            <a:extLst xmlns:a="http://schemas.openxmlformats.org/drawingml/2006/main">
              <a:ext uri="{FF2B5EF4-FFF2-40B4-BE49-F238E27FC236}">
                <a16:creationId xmlns:a16="http://schemas.microsoft.com/office/drawing/2014/main" id="{E150F05C-DB9E-4AEA-BF9D-EBA09C1CCDAD}"/>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​2.3 · Куда положить skill в OpenCode</a:t>
            </a:r>
          </a:p>
        </p:txBody>
      </p:sp>
      <p:sp>
        <p:nvSpPr>
          <p:cNvPr id="4" name="Скопируйте папку skill в проект вместе со связанными ресурсами.">
            <a:extLst xmlns:a="http://schemas.openxmlformats.org/drawingml/2006/main">
              <a:ext uri="{FF2B5EF4-FFF2-40B4-BE49-F238E27FC236}">
                <a16:creationId xmlns:a16="http://schemas.microsoft.com/office/drawing/2014/main" id="{4D984EE9-0FD7-427C-ABBE-AD7DEC625B91}"/>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Скопируйте папку skill в проект вместе со связанными ресурсами.</a:t>
            </a:r>
          </a:p>
        </p:txBody>
      </p:sp>
      <p:sp>
        <p:nvSpPr>
          <p:cNvPr id="5" name="Папка в проекте">
            <a:extLst xmlns:a="http://schemas.openxmlformats.org/drawingml/2006/main">
              <a:ext uri="{FF2B5EF4-FFF2-40B4-BE49-F238E27FC236}">
                <a16:creationId xmlns:a16="http://schemas.microsoft.com/office/drawing/2014/main" id="{129FE937-E4AF-43E5-B7D4-478E15596973}"/>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Папка в проекте</a:t>
            </a:r>
          </a:p>
        </p:txBody>
      </p:sp>
      <p:sp>
        <p:nvSpPr>
          <p:cNvPr id="6" name="Подложка Avito Start">
            <a:extLst xmlns:a="http://schemas.openxmlformats.org/drawingml/2006/main">
              <a:ext uri="{FF2B5EF4-FFF2-40B4-BE49-F238E27FC236}">
                <a16:creationId xmlns:a16="http://schemas.microsoft.com/office/drawing/2014/main" id="{BBBD531F-6A0B-4F11-AB4D-6A876B9FD8E4}"/>
              </a:ext>
            </a:extLst>
          </p:cNvPr>
          <p:cNvSpPr>
            <a:spLocks xmlns:a="http://schemas.openxmlformats.org/drawingml/2006/main" noGrp="1"/>
          </p:cNvSpPr>
          <p:nvPr/>
        </p:nvSpPr>
        <p:spPr>
          <a:xfrm xmlns:a="http://schemas.openxmlformats.org/drawingml/2006/main" rot="0">
            <a:off x="571500" y="1724025"/>
            <a:ext cx="5095875" cy="12573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opencode/skills/test-driven-development/&#10;  SKILL.md&#10;  writing-go">
            <a:extLst xmlns:a="http://schemas.openxmlformats.org/drawingml/2006/main">
              <a:ext uri="{FF2B5EF4-FFF2-40B4-BE49-F238E27FC236}">
                <a16:creationId xmlns:a16="http://schemas.microsoft.com/office/drawing/2014/main" id="{E0B8DBE3-8419-41BF-A351-E25F964E2BFC}"/>
              </a:ext>
            </a:extLst>
          </p:cNvPr>
          <p:cNvSpPr>
            <a:spLocks xmlns:a="http://schemas.openxmlformats.org/drawingml/2006/main" noGrp="1"/>
          </p:cNvSpPr>
          <p:nvPr/>
        </p:nvSpPr>
        <p:spPr>
          <a:xfrm xmlns:a="http://schemas.openxmlformats.org/drawingml/2006/main">
            <a:off x="704850" y="1828800"/>
            <a:ext cx="48291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.opencode/skills/test-driven-development/</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  SKILL.md</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  writing-good-tests.md</a:t>
            </a:r>
          </a:p>
        </p:txBody>
      </p:sp>
      <p:sp>
        <p:nvSpPr>
          <p:cNvPr id="8" name="Во втором терминале проекта">
            <a:extLst xmlns:a="http://schemas.openxmlformats.org/drawingml/2006/main">
              <a:ext uri="{FF2B5EF4-FFF2-40B4-BE49-F238E27FC236}">
                <a16:creationId xmlns:a16="http://schemas.microsoft.com/office/drawing/2014/main" id="{C8E983FF-E6BE-4FA3-94B1-B6734CD048D5}"/>
              </a:ext>
            </a:extLst>
          </p:cNvPr>
          <p:cNvSpPr>
            <a:spLocks xmlns:a="http://schemas.openxmlformats.org/drawingml/2006/main" noGrp="1"/>
          </p:cNvSpPr>
          <p:nvPr/>
        </p:nvSpPr>
        <p:spPr>
          <a:xfrm xmlns:a="http://schemas.openxmlformats.org/drawingml/2006/main">
            <a:off x="5886450" y="1685925"/>
            <a:ext cx="2533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Во втором терминале проекта</a:t>
            </a:r>
          </a:p>
        </p:txBody>
      </p:sp>
      <p:sp>
        <p:nvSpPr>
          <p:cNvPr id="9" name="opencode api skill.list \&#10;  --param &quot;location[directory]=$PWD&quot;">
            <a:extLst xmlns:a="http://schemas.openxmlformats.org/drawingml/2006/main">
              <a:ext uri="{FF2B5EF4-FFF2-40B4-BE49-F238E27FC236}">
                <a16:creationId xmlns:a16="http://schemas.microsoft.com/office/drawing/2014/main" id="{FCD2DCEA-440B-4B8F-A18E-12806F01603B}"/>
              </a:ext>
            </a:extLst>
          </p:cNvPr>
          <p:cNvSpPr>
            <a:spLocks xmlns:a="http://schemas.openxmlformats.org/drawingml/2006/main" noGrp="1"/>
          </p:cNvSpPr>
          <p:nvPr/>
        </p:nvSpPr>
        <p:spPr>
          <a:xfrm xmlns:a="http://schemas.openxmlformats.org/drawingml/2006/main">
            <a:off x="5886450" y="2152650"/>
            <a:ext cx="2533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opencode api skill.list \</a:t>
            </a:r>
          </a:p>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  --param "location[directory]=$PWD"</a:t>
            </a:r>
          </a:p>
        </p:txBody>
      </p:sp>
      <p:sp>
        <p:nvSpPr>
          <p:cNvPr id="10" name="В чате OpenCode">
            <a:extLst xmlns:a="http://schemas.openxmlformats.org/drawingml/2006/main">
              <a:ext uri="{FF2B5EF4-FFF2-40B4-BE49-F238E27FC236}">
                <a16:creationId xmlns:a16="http://schemas.microsoft.com/office/drawing/2014/main" id="{6F150F87-6897-4888-8C7F-AF9DD513B722}"/>
              </a:ext>
            </a:extLst>
          </p:cNvPr>
          <p:cNvSpPr>
            <a:spLocks xmlns:a="http://schemas.openxmlformats.org/drawingml/2006/main" noGrp="1"/>
          </p:cNvSpPr>
          <p:nvPr/>
        </p:nvSpPr>
        <p:spPr>
          <a:xfrm xmlns:a="http://schemas.openxmlformats.org/drawingml/2006/main">
            <a:off x="5886450" y="2857500"/>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В чате OpenCode</a:t>
            </a:r>
          </a:p>
        </p:txBody>
      </p:sp>
      <p:sp>
        <p:nvSpPr>
          <p:cNvPr id="11" name="Загрузи test-driven-development и прочитай writing-good-tests.md.">
            <a:extLst xmlns:a="http://schemas.openxmlformats.org/drawingml/2006/main">
              <a:ext uri="{FF2B5EF4-FFF2-40B4-BE49-F238E27FC236}">
                <a16:creationId xmlns:a16="http://schemas.microsoft.com/office/drawing/2014/main" id="{F00A1C8C-BD26-4264-9A4F-24F70F009CF6}"/>
              </a:ext>
            </a:extLst>
          </p:cNvPr>
          <p:cNvSpPr>
            <a:spLocks xmlns:a="http://schemas.openxmlformats.org/drawingml/2006/main" noGrp="1"/>
          </p:cNvSpPr>
          <p:nvPr/>
        </p:nvSpPr>
        <p:spPr>
          <a:xfrm xmlns:a="http://schemas.openxmlformats.org/drawingml/2006/main">
            <a:off x="5886450" y="3181350"/>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Загрузи test-driven-development и прочитай writing-good-tests.md. Примени процедуру к A.</a:t>
            </a:r>
          </a:p>
        </p:txBody>
      </p:sp>
      <p:sp>
        <p:nvSpPr>
          <p:cNvPr id="12" name="Проверка: Виден вызов skill и чтение нужного reference, а не толь">
            <a:extLst xmlns:a="http://schemas.openxmlformats.org/drawingml/2006/main">
              <a:ext uri="{FF2B5EF4-FFF2-40B4-BE49-F238E27FC236}">
                <a16:creationId xmlns:a16="http://schemas.microsoft.com/office/drawing/2014/main" id="{8E6731BE-0CD9-4F83-ACB8-36969536146F}"/>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Виден вызов skill и чтение нужного reference, а не только папка на диске.</a:t>
            </a:r>
          </a:p>
        </p:txBody>
      </p:sp>
      <p:sp>
        <p:nvSpPr>
          <p:cNvPr id="13" name="OpenCode 2: skills">
            <a:extLst xmlns:a="http://schemas.openxmlformats.org/drawingml/2006/main">
              <a:ext uri="{FF2B5EF4-FFF2-40B4-BE49-F238E27FC236}">
                <a16:creationId xmlns:a16="http://schemas.microsoft.com/office/drawing/2014/main" id="{DFDDD53E-0780-4365-8850-258E6774937C}"/>
              </a:ext>
            </a:extLst>
          </p:cNvPr>
          <p:cNvSpPr>
            <a:spLocks xmlns:a="http://schemas.openxmlformats.org/drawingml/2006/main" noGrp="1"/>
          </p:cNvSpPr>
          <p:nvPr/>
        </p:nvSpPr>
        <p:spPr>
          <a:xfrm xmlns:a="http://schemas.openxmlformats.org/drawingml/2006/main">
            <a:off x="571500" y="4352925"/>
            <a:ext cx="260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13" b="0">
                <a:solidFill>
                  <a:srgbClr val="000000"/>
                </a:solidFill>
                <a:latin typeface="Manrope"/>
                <a:ea typeface="Manrope"/>
                <a:cs typeface="Manrope"/>
              </a:defRPr>
            </a:pPr>
            <a:r>
              <a:rPr sz="1013" b="0">
                <a:solidFill>
                  <a:srgbClr val="000000"/>
                </a:solidFill>
                <a:latin typeface="Manrope"/>
                <a:ea typeface="Manrope"/>
                <a:cs typeface="Manrope"/>
                <a:hlinkClick xmlns:r="http://schemas.openxmlformats.org/officeDocument/2006/relationships" r:id="R92f45bcacd9847a4"/>
              </a:rPr>
              <a:t>OpenCode 2: skills</a:t>
            </a:r>
          </a:p>
        </p:txBody>
      </p:sp>
      <p:sp>
        <p:nvSpPr>
          <p:cNvPr id="14" name="SKILL.md · проверенный снимок">
            <a:extLst xmlns:a="http://schemas.openxmlformats.org/drawingml/2006/main">
              <a:ext uri="{FF2B5EF4-FFF2-40B4-BE49-F238E27FC236}">
                <a16:creationId xmlns:a16="http://schemas.microsoft.com/office/drawing/2014/main" id="{54C3A446-F450-46D9-A3C3-A698E7025B5C}"/>
              </a:ext>
            </a:extLst>
          </p:cNvPr>
          <p:cNvSpPr>
            <a:spLocks xmlns:a="http://schemas.openxmlformats.org/drawingml/2006/main" noGrp="1"/>
          </p:cNvSpPr>
          <p:nvPr/>
        </p:nvSpPr>
        <p:spPr>
          <a:xfrm xmlns:a="http://schemas.openxmlformats.org/drawingml/2006/main">
            <a:off x="3270250" y="4352925"/>
            <a:ext cx="260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13" b="0">
                <a:solidFill>
                  <a:srgbClr val="000000"/>
                </a:solidFill>
                <a:latin typeface="Manrope"/>
                <a:ea typeface="Manrope"/>
                <a:cs typeface="Manrope"/>
              </a:defRPr>
            </a:pPr>
            <a:r>
              <a:rPr sz="1013" b="0">
                <a:solidFill>
                  <a:srgbClr val="000000"/>
                </a:solidFill>
                <a:latin typeface="Manrope"/>
                <a:ea typeface="Manrope"/>
                <a:cs typeface="Manrope"/>
                <a:hlinkClick xmlns:r="http://schemas.openxmlformats.org/officeDocument/2006/relationships" r:id="R1e1e032c714f4592"/>
              </a:rPr>
              <a:t>SKILL.md · проверенный снимок</a:t>
            </a:r>
          </a:p>
        </p:txBody>
      </p:sp>
      <p:sp>
        <p:nvSpPr>
          <p:cNvPr id="15" name="writing-good-tests.md">
            <a:extLst xmlns:a="http://schemas.openxmlformats.org/drawingml/2006/main">
              <a:ext uri="{FF2B5EF4-FFF2-40B4-BE49-F238E27FC236}">
                <a16:creationId xmlns:a16="http://schemas.microsoft.com/office/drawing/2014/main" id="{97DE1B5C-7036-4383-8468-622BD7E60C12}"/>
              </a:ext>
            </a:extLst>
          </p:cNvPr>
          <p:cNvSpPr>
            <a:spLocks xmlns:a="http://schemas.openxmlformats.org/drawingml/2006/main" noGrp="1"/>
          </p:cNvSpPr>
          <p:nvPr/>
        </p:nvSpPr>
        <p:spPr>
          <a:xfrm xmlns:a="http://schemas.openxmlformats.org/drawingml/2006/main">
            <a:off x="5969000" y="4352925"/>
            <a:ext cx="260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13" b="0">
                <a:solidFill>
                  <a:srgbClr val="000000"/>
                </a:solidFill>
                <a:latin typeface="Manrope"/>
                <a:ea typeface="Manrope"/>
                <a:cs typeface="Manrope"/>
              </a:defRPr>
            </a:pPr>
            <a:r>
              <a:rPr sz="1013" b="0">
                <a:solidFill>
                  <a:srgbClr val="000000"/>
                </a:solidFill>
                <a:latin typeface="Manrope"/>
                <a:ea typeface="Manrope"/>
                <a:cs typeface="Manrope"/>
                <a:hlinkClick xmlns:r="http://schemas.openxmlformats.org/officeDocument/2006/relationships" r:id="R0e3e602f51804da1"/>
              </a:rPr>
              <a:t>writing-good-tests.md</a:t>
            </a:r>
          </a:p>
        </p:txBody>
      </p:sp>
      <p:sp>
        <p:nvSpPr>
          <p:cNvPr id="16" name="В 2.0.20 команды debug skill нет. При пустом первом списке дождит">
            <a:extLst xmlns:a="http://schemas.openxmlformats.org/drawingml/2006/main">
              <a:ext uri="{FF2B5EF4-FFF2-40B4-BE49-F238E27FC236}">
                <a16:creationId xmlns:a16="http://schemas.microsoft.com/office/drawing/2014/main" id="{BD01455D-7744-42DF-96A4-A534A335B89A}"/>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В 2.0.20 команды debug skill нет. При пустом первом списке дождитесь загрузки проекта и повторите запрос.</a:t>
            </a:r>
          </a:p>
        </p:txBody>
      </p:sp>
    </p:spTree>
    <p:extLst>
      <p:ext uri="{BB962C8B-B14F-4D97-AF65-F5344CB8AC3E}">
        <p14:creationId xmlns:p14="http://schemas.microsoft.com/office/powerpoint/2010/main" val="13889860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f65698756f3472a"/>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8">
            <a:extLst xmlns:a="http://schemas.openxmlformats.org/drawingml/2006/main">
              <a:ext uri="{FF2B5EF4-FFF2-40B4-BE49-F238E27FC236}">
                <a16:creationId xmlns:a16="http://schemas.microsoft.com/office/drawing/2014/main" id="{CEE831CB-F185-479D-B9FF-5485E0230D0C}"/>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8</a:t>
            </a:r>
          </a:p>
        </p:txBody>
      </p:sp>
      <p:sp>
        <p:nvSpPr>
          <p:cNvPr id="3" name="​2.4 · Где искать MCP под свою задачу">
            <a:extLst xmlns:a="http://schemas.openxmlformats.org/drawingml/2006/main">
              <a:ext uri="{FF2B5EF4-FFF2-40B4-BE49-F238E27FC236}">
                <a16:creationId xmlns:a16="http://schemas.microsoft.com/office/drawing/2014/main" id="{435455D6-5B08-4612-AC0E-6D672F77FC69}"/>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​2.4 · Где искать MCP под свою задачу</a:t>
            </a:r>
          </a:p>
        </p:txBody>
      </p:sp>
      <p:sp>
        <p:nvSpPr>
          <p:cNvPr id="4" name="Начните с одного полезного подключения. Для документации библиоте">
            <a:extLst xmlns:a="http://schemas.openxmlformats.org/drawingml/2006/main">
              <a:ext uri="{FF2B5EF4-FFF2-40B4-BE49-F238E27FC236}">
                <a16:creationId xmlns:a16="http://schemas.microsoft.com/office/drawing/2014/main" id="{0E1D2808-2560-451D-9D0E-3361D874DC89}"/>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Начните с одного полезного подключения. Для документации библиотек подойдёт Context7.</a:t>
            </a:r>
          </a:p>
        </p:txBody>
      </p:sp>
      <p:sp>
        <p:nvSpPr>
          <p:cNvPr id="5" name="MCP Registry · официальный реестр">
            <a:extLst xmlns:a="http://schemas.openxmlformats.org/drawingml/2006/main">
              <a:ext uri="{FF2B5EF4-FFF2-40B4-BE49-F238E27FC236}">
                <a16:creationId xmlns:a16="http://schemas.microsoft.com/office/drawing/2014/main" id="{94899374-0778-46E9-A056-06B2B7B190DB}"/>
              </a:ext>
            </a:extLst>
          </p:cNvPr>
          <p:cNvSpPr>
            <a:spLocks xmlns:a="http://schemas.openxmlformats.org/drawingml/2006/main" noGrp="1"/>
          </p:cNvSpPr>
          <p:nvPr/>
        </p:nvSpPr>
        <p:spPr>
          <a:xfrm xmlns:a="http://schemas.openxmlformats.org/drawingml/2006/main">
            <a:off x="571500" y="141922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MCP Registry · официальный реестр</a:t>
            </a:r>
          </a:p>
        </p:txBody>
      </p:sp>
      <p:sp>
        <p:nvSpPr>
          <p:cNvPr id="6" name="Найти сервер и перейти к инструкции автора.">
            <a:extLst xmlns:a="http://schemas.openxmlformats.org/drawingml/2006/main">
              <a:ext uri="{FF2B5EF4-FFF2-40B4-BE49-F238E27FC236}">
                <a16:creationId xmlns:a16="http://schemas.microsoft.com/office/drawing/2014/main" id="{02D049A8-52FF-4EBF-BDC3-AE78F24EFA53}"/>
              </a:ext>
            </a:extLst>
          </p:cNvPr>
          <p:cNvSpPr>
            <a:spLocks xmlns:a="http://schemas.openxmlformats.org/drawingml/2006/main" noGrp="1"/>
          </p:cNvSpPr>
          <p:nvPr/>
        </p:nvSpPr>
        <p:spPr>
          <a:xfrm xmlns:a="http://schemas.openxmlformats.org/drawingml/2006/main">
            <a:off x="571500" y="16859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Найти сервер и перейти к инструкции автора.</a:t>
            </a:r>
          </a:p>
        </p:txBody>
      </p:sp>
      <p:sp>
        <p:nvSpPr>
          <p:cNvPr id="7" name="https://registry.modelcontextprotocol.io/">
            <a:extLst xmlns:a="http://schemas.openxmlformats.org/drawingml/2006/main">
              <a:ext uri="{FF2B5EF4-FFF2-40B4-BE49-F238E27FC236}">
                <a16:creationId xmlns:a16="http://schemas.microsoft.com/office/drawing/2014/main" id="{742A63B4-6CBD-477E-87B6-C6710CA61FC6}"/>
              </a:ext>
            </a:extLst>
          </p:cNvPr>
          <p:cNvSpPr>
            <a:spLocks xmlns:a="http://schemas.openxmlformats.org/drawingml/2006/main" noGrp="1"/>
          </p:cNvSpPr>
          <p:nvPr/>
        </p:nvSpPr>
        <p:spPr>
          <a:xfrm xmlns:a="http://schemas.openxmlformats.org/drawingml/2006/main">
            <a:off x="571500" y="189547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169b994e85de43af"/>
              </a:rPr>
              <a:t>https://registry.modelcontextprotocol.io/</a:t>
            </a:r>
          </a:p>
        </p:txBody>
      </p:sp>
      <p:sp>
        <p:nvSpPr>
          <p:cNvPr id="8" name="Context7 · документация">
            <a:extLst xmlns:a="http://schemas.openxmlformats.org/drawingml/2006/main">
              <a:ext uri="{FF2B5EF4-FFF2-40B4-BE49-F238E27FC236}">
                <a16:creationId xmlns:a16="http://schemas.microsoft.com/office/drawing/2014/main" id="{55C698BA-6429-4EF3-B215-C5C01C298131}"/>
              </a:ext>
            </a:extLst>
          </p:cNvPr>
          <p:cNvSpPr>
            <a:spLocks xmlns:a="http://schemas.openxmlformats.org/drawingml/2006/main" noGrp="1"/>
          </p:cNvSpPr>
          <p:nvPr/>
        </p:nvSpPr>
        <p:spPr>
          <a:xfrm xmlns:a="http://schemas.openxmlformats.org/drawingml/2006/main">
            <a:off x="571500" y="212407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Context7 · документация</a:t>
            </a:r>
          </a:p>
        </p:txBody>
      </p:sp>
      <p:sp>
        <p:nvSpPr>
          <p:cNvPr id="9" name="Примеры нужного SDK или framework; сверяем версию.">
            <a:extLst xmlns:a="http://schemas.openxmlformats.org/drawingml/2006/main">
              <a:ext uri="{FF2B5EF4-FFF2-40B4-BE49-F238E27FC236}">
                <a16:creationId xmlns:a16="http://schemas.microsoft.com/office/drawing/2014/main" id="{C6FCB5FC-F467-43B9-986B-1F9618D17EF3}"/>
              </a:ext>
            </a:extLst>
          </p:cNvPr>
          <p:cNvSpPr>
            <a:spLocks xmlns:a="http://schemas.openxmlformats.org/drawingml/2006/main" noGrp="1"/>
          </p:cNvSpPr>
          <p:nvPr/>
        </p:nvSpPr>
        <p:spPr>
          <a:xfrm xmlns:a="http://schemas.openxmlformats.org/drawingml/2006/main">
            <a:off x="571500" y="239077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Примеры нужного SDK или framework; сверяем версию.</a:t>
            </a:r>
          </a:p>
        </p:txBody>
      </p:sp>
      <p:sp>
        <p:nvSpPr>
          <p:cNvPr id="10" name="https://github.com/upstash/context7">
            <a:extLst xmlns:a="http://schemas.openxmlformats.org/drawingml/2006/main">
              <a:ext uri="{FF2B5EF4-FFF2-40B4-BE49-F238E27FC236}">
                <a16:creationId xmlns:a16="http://schemas.microsoft.com/office/drawing/2014/main" id="{D887E967-AF60-439F-A5FA-C3A414DF5D29}"/>
              </a:ext>
            </a:extLst>
          </p:cNvPr>
          <p:cNvSpPr>
            <a:spLocks xmlns:a="http://schemas.openxmlformats.org/drawingml/2006/main" noGrp="1"/>
          </p:cNvSpPr>
          <p:nvPr/>
        </p:nvSpPr>
        <p:spPr>
          <a:xfrm xmlns:a="http://schemas.openxmlformats.org/drawingml/2006/main">
            <a:off x="571500" y="260032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acb41b2a96854428"/>
              </a:rPr>
              <a:t>https://github.com/upstash/context7</a:t>
            </a:r>
          </a:p>
        </p:txBody>
      </p:sp>
      <p:sp>
        <p:nvSpPr>
          <p:cNvPr id="11" name="Playwright MCP · браузер">
            <a:extLst xmlns:a="http://schemas.openxmlformats.org/drawingml/2006/main">
              <a:ext uri="{FF2B5EF4-FFF2-40B4-BE49-F238E27FC236}">
                <a16:creationId xmlns:a16="http://schemas.microsoft.com/office/drawing/2014/main" id="{BE621C19-1E5B-4379-8DF2-6E1CE575768A}"/>
              </a:ext>
            </a:extLst>
          </p:cNvPr>
          <p:cNvSpPr>
            <a:spLocks xmlns:a="http://schemas.openxmlformats.org/drawingml/2006/main" noGrp="1"/>
          </p:cNvSpPr>
          <p:nvPr/>
        </p:nvSpPr>
        <p:spPr>
          <a:xfrm xmlns:a="http://schemas.openxmlformats.org/drawingml/2006/main">
            <a:off x="571500" y="282892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Playwright MCP · браузер</a:t>
            </a:r>
          </a:p>
        </p:txBody>
      </p:sp>
      <p:sp>
        <p:nvSpPr>
          <p:cNvPr id="12" name="Проверить пользовательский сценарий в работающем UI.">
            <a:extLst xmlns:a="http://schemas.openxmlformats.org/drawingml/2006/main">
              <a:ext uri="{FF2B5EF4-FFF2-40B4-BE49-F238E27FC236}">
                <a16:creationId xmlns:a16="http://schemas.microsoft.com/office/drawing/2014/main" id="{7F1BB9A2-DBCA-4B62-99FE-E8858FCFA5AC}"/>
              </a:ext>
            </a:extLst>
          </p:cNvPr>
          <p:cNvSpPr>
            <a:spLocks xmlns:a="http://schemas.openxmlformats.org/drawingml/2006/main" noGrp="1"/>
          </p:cNvSpPr>
          <p:nvPr/>
        </p:nvSpPr>
        <p:spPr>
          <a:xfrm xmlns:a="http://schemas.openxmlformats.org/drawingml/2006/main">
            <a:off x="571500" y="30956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Проверить пользовательский сценарий в работающем UI.</a:t>
            </a:r>
          </a:p>
        </p:txBody>
      </p:sp>
      <p:sp>
        <p:nvSpPr>
          <p:cNvPr id="13" name="https://github.com/microsoft/playwright-mcp">
            <a:extLst xmlns:a="http://schemas.openxmlformats.org/drawingml/2006/main">
              <a:ext uri="{FF2B5EF4-FFF2-40B4-BE49-F238E27FC236}">
                <a16:creationId xmlns:a16="http://schemas.microsoft.com/office/drawing/2014/main" id="{4C725E75-E8D5-42A5-A34A-476CC1389AF0}"/>
              </a:ext>
            </a:extLst>
          </p:cNvPr>
          <p:cNvSpPr>
            <a:spLocks xmlns:a="http://schemas.openxmlformats.org/drawingml/2006/main" noGrp="1"/>
          </p:cNvSpPr>
          <p:nvPr/>
        </p:nvSpPr>
        <p:spPr>
          <a:xfrm xmlns:a="http://schemas.openxmlformats.org/drawingml/2006/main">
            <a:off x="571500" y="330517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cdbf4b18931a425b"/>
              </a:rPr>
              <a:t>https://github.com/microsoft/playwright-mcp</a:t>
            </a:r>
          </a:p>
        </p:txBody>
      </p:sp>
      <p:sp>
        <p:nvSpPr>
          <p:cNvPr id="14" name="GitHub MCP · задачи и PR">
            <a:extLst xmlns:a="http://schemas.openxmlformats.org/drawingml/2006/main">
              <a:ext uri="{FF2B5EF4-FFF2-40B4-BE49-F238E27FC236}">
                <a16:creationId xmlns:a16="http://schemas.microsoft.com/office/drawing/2014/main" id="{5CFB507E-22B7-4B7A-8957-BE5158E5D299}"/>
              </a:ext>
            </a:extLst>
          </p:cNvPr>
          <p:cNvSpPr>
            <a:spLocks xmlns:a="http://schemas.openxmlformats.org/drawingml/2006/main" noGrp="1"/>
          </p:cNvSpPr>
          <p:nvPr/>
        </p:nvSpPr>
        <p:spPr>
          <a:xfrm xmlns:a="http://schemas.openxmlformats.org/drawingml/2006/main">
            <a:off x="571500" y="353377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000000"/>
                </a:solidFill>
                <a:latin typeface="Manrope"/>
                <a:ea typeface="Manrope"/>
                <a:cs typeface="Manrope"/>
              </a:defRPr>
            </a:pPr>
            <a:r>
              <a:rPr sz="1500" b="1">
                <a:solidFill>
                  <a:srgbClr val="000000"/>
                </a:solidFill>
                <a:latin typeface="Manrope"/>
                <a:ea typeface="Manrope"/>
                <a:cs typeface="Manrope"/>
              </a:rPr>
              <a:t>GitHub MCP · задачи и PR</a:t>
            </a:r>
          </a:p>
        </p:txBody>
      </p:sp>
      <p:sp>
        <p:nvSpPr>
          <p:cNvPr id="15" name="Прочитать issue, diff или обсуждение с нужными правами.">
            <a:extLst xmlns:a="http://schemas.openxmlformats.org/drawingml/2006/main">
              <a:ext uri="{FF2B5EF4-FFF2-40B4-BE49-F238E27FC236}">
                <a16:creationId xmlns:a16="http://schemas.microsoft.com/office/drawing/2014/main" id="{7B9559B7-956E-43EE-9C3B-049A1DA13E3D}"/>
              </a:ext>
            </a:extLst>
          </p:cNvPr>
          <p:cNvSpPr>
            <a:spLocks xmlns:a="http://schemas.openxmlformats.org/drawingml/2006/main" noGrp="1"/>
          </p:cNvSpPr>
          <p:nvPr/>
        </p:nvSpPr>
        <p:spPr>
          <a:xfrm xmlns:a="http://schemas.openxmlformats.org/drawingml/2006/main">
            <a:off x="571500" y="380047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Прочитать issue, diff или обсуждение с нужными правами.</a:t>
            </a:r>
          </a:p>
        </p:txBody>
      </p:sp>
      <p:sp>
        <p:nvSpPr>
          <p:cNvPr id="16" name="https://github.com/github/github-mcp-server">
            <a:extLst xmlns:a="http://schemas.openxmlformats.org/drawingml/2006/main">
              <a:ext uri="{FF2B5EF4-FFF2-40B4-BE49-F238E27FC236}">
                <a16:creationId xmlns:a16="http://schemas.microsoft.com/office/drawing/2014/main" id="{F8A9E89C-F67D-4DB9-81DA-41B7A8813E8B}"/>
              </a:ext>
            </a:extLst>
          </p:cNvPr>
          <p:cNvSpPr>
            <a:spLocks xmlns:a="http://schemas.openxmlformats.org/drawingml/2006/main" noGrp="1"/>
          </p:cNvSpPr>
          <p:nvPr/>
        </p:nvSpPr>
        <p:spPr>
          <a:xfrm xmlns:a="http://schemas.openxmlformats.org/drawingml/2006/main">
            <a:off x="571500" y="4010025"/>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965EEB"/>
                </a:solidFill>
                <a:latin typeface="Manrope"/>
                <a:ea typeface="Manrope"/>
                <a:cs typeface="Manrope"/>
              </a:defRPr>
            </a:pPr>
            <a:r>
              <a:rPr sz="1050" b="0">
                <a:solidFill>
                  <a:srgbClr val="965EEB"/>
                </a:solidFill>
                <a:latin typeface="Manrope"/>
                <a:ea typeface="Manrope"/>
                <a:cs typeface="Manrope"/>
                <a:hlinkClick xmlns:r="http://schemas.openxmlformats.org/officeDocument/2006/relationships" r:id="R2c2a301485074631"/>
              </a:rPr>
              <a:t>https://github.com/github/github-mcp-server</a:t>
            </a:r>
          </a:p>
        </p:txBody>
      </p:sp>
      <p:sp>
        <p:nvSpPr>
          <p:cNvPr id="17" name="Проверка: Есть конкретный вопрос или действие, ради которого подк">
            <a:extLst xmlns:a="http://schemas.openxmlformats.org/drawingml/2006/main">
              <a:ext uri="{FF2B5EF4-FFF2-40B4-BE49-F238E27FC236}">
                <a16:creationId xmlns:a16="http://schemas.microsoft.com/office/drawing/2014/main" id="{5E4CCE04-C248-4D97-A7A3-841EF9B2132C}"/>
              </a:ext>
            </a:extLst>
          </p:cNvPr>
          <p:cNvSpPr>
            <a:spLocks xmlns:a="http://schemas.openxmlformats.org/drawingml/2006/main" noGrp="1"/>
          </p:cNvSpPr>
          <p:nvPr/>
        </p:nvSpPr>
        <p:spPr>
          <a:xfrm xmlns:a="http://schemas.openxmlformats.org/drawingml/2006/main">
            <a:off x="571500" y="4295775"/>
            <a:ext cx="7953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Есть конкретный вопрос или действие, ради которого подключаем сервер.</a:t>
            </a:r>
          </a:p>
        </p:txBody>
      </p:sp>
    </p:spTree>
    <p:extLst>
      <p:ext uri="{BB962C8B-B14F-4D97-AF65-F5344CB8AC3E}">
        <p14:creationId xmlns:p14="http://schemas.microsoft.com/office/powerpoint/2010/main" val="1388986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2fcd9a997ca4c65"/>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9">
            <a:extLst xmlns:a="http://schemas.openxmlformats.org/drawingml/2006/main">
              <a:ext uri="{FF2B5EF4-FFF2-40B4-BE49-F238E27FC236}">
                <a16:creationId xmlns:a16="http://schemas.microsoft.com/office/drawing/2014/main" id="{207B98FD-A7CB-49CB-8F7C-BFC6A3BC75C0}"/>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9</a:t>
            </a:r>
          </a:p>
        </p:txBody>
      </p:sp>
      <p:sp>
        <p:nvSpPr>
          <p:cNvPr id="3" name=" 2.5 · Подключаем Context7">
            <a:extLst xmlns:a="http://schemas.openxmlformats.org/drawingml/2006/main">
              <a:ext uri="{FF2B5EF4-FFF2-40B4-BE49-F238E27FC236}">
                <a16:creationId xmlns:a16="http://schemas.microsoft.com/office/drawing/2014/main" id="{CFC4BD0B-A2A1-411D-A921-9C51F86D12B3}"/>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 2.5 · Подключаем Context7</a:t>
            </a:r>
          </a:p>
        </p:txBody>
      </p:sp>
      <p:sp>
        <p:nvSpPr>
          <p:cNvPr id="4" name="Добавьте MCP-настройку в opencode.json в корне проекта.">
            <a:extLst xmlns:a="http://schemas.openxmlformats.org/drawingml/2006/main">
              <a:ext uri="{FF2B5EF4-FFF2-40B4-BE49-F238E27FC236}">
                <a16:creationId xmlns:a16="http://schemas.microsoft.com/office/drawing/2014/main" id="{3C562372-79E1-4ABB-BFAA-358871822C36}"/>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Добавьте MCP-настройку в opencode.json в корне проекта.</a:t>
            </a:r>
          </a:p>
        </p:txBody>
      </p:sp>
      <p:sp>
        <p:nvSpPr>
          <p:cNvPr id="5" name="opencode.json · OpenCode 2">
            <a:extLst xmlns:a="http://schemas.openxmlformats.org/drawingml/2006/main">
              <a:ext uri="{FF2B5EF4-FFF2-40B4-BE49-F238E27FC236}">
                <a16:creationId xmlns:a16="http://schemas.microsoft.com/office/drawing/2014/main" id="{95741168-8782-47E0-A599-CC14F5B9EA10}"/>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opencode.json · OpenCode 2</a:t>
            </a:r>
          </a:p>
        </p:txBody>
      </p:sp>
      <p:sp>
        <p:nvSpPr>
          <p:cNvPr id="6" name="Подложка Avito Start">
            <a:extLst xmlns:a="http://schemas.openxmlformats.org/drawingml/2006/main">
              <a:ext uri="{FF2B5EF4-FFF2-40B4-BE49-F238E27FC236}">
                <a16:creationId xmlns:a16="http://schemas.microsoft.com/office/drawing/2014/main" id="{B1827531-F9C8-4EE7-9DDF-C409D335263D}"/>
              </a:ext>
            </a:extLst>
          </p:cNvPr>
          <p:cNvSpPr>
            <a:spLocks xmlns:a="http://schemas.openxmlformats.org/drawingml/2006/main" noGrp="1"/>
          </p:cNvSpPr>
          <p:nvPr/>
        </p:nvSpPr>
        <p:spPr>
          <a:xfrm xmlns:a="http://schemas.openxmlformats.org/drawingml/2006/main" rot="0">
            <a:off x="571500" y="1724025"/>
            <a:ext cx="5095875"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10;  &quot;mcp&quot;: { &quot;servers&quot;: {&#10;    &quot;context7&quot;: {&#10;      &quot;type&quot;: &quot;remote">
            <a:extLst xmlns:a="http://schemas.openxmlformats.org/drawingml/2006/main">
              <a:ext uri="{FF2B5EF4-FFF2-40B4-BE49-F238E27FC236}">
                <a16:creationId xmlns:a16="http://schemas.microsoft.com/office/drawing/2014/main" id="{A9F1248B-70CE-4FE6-82DE-D84D28B6292B}"/>
              </a:ext>
            </a:extLst>
          </p:cNvPr>
          <p:cNvSpPr>
            <a:spLocks xmlns:a="http://schemas.openxmlformats.org/drawingml/2006/main" noGrp="1"/>
          </p:cNvSpPr>
          <p:nvPr/>
        </p:nvSpPr>
        <p:spPr>
          <a:xfrm xmlns:a="http://schemas.openxmlformats.org/drawingml/2006/main">
            <a:off x="704850" y="1828800"/>
            <a:ext cx="48291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"mcp": { "servers": {</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"context7": {</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"type": "remote",</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"url": "https://mcp.context7.com/mcp",</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"disabled": false,</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"codemode": false</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  }}</a:t>
            </a:r>
          </a:p>
          <a:p xmlns:a="http://schemas.openxmlformats.org/drawingml/2006/main">
            <a:pPr algn="l">
              <a:lnSpc>
                <a:spcPct val="107000"/>
              </a:lnSpc>
              <a:buNone/>
              <a:defRPr sz="1163" b="0">
                <a:solidFill>
                  <a:srgbClr val="000000"/>
                </a:solidFill>
                <a:latin typeface="Manrope"/>
                <a:ea typeface="Manrope"/>
                <a:cs typeface="Manrope"/>
              </a:defRPr>
            </a:pPr>
            <a:r>
              <a:rPr sz="1163" b="0">
                <a:solidFill>
                  <a:srgbClr val="000000"/>
                </a:solidFill>
                <a:latin typeface="Manrope"/>
                <a:ea typeface="Manrope"/>
                <a:cs typeface="Manrope"/>
              </a:rPr>
              <a:t>}</a:t>
            </a:r>
          </a:p>
        </p:txBody>
      </p:sp>
      <p:sp>
        <p:nvSpPr>
          <p:cNvPr id="8" name="В терминале">
            <a:extLst xmlns:a="http://schemas.openxmlformats.org/drawingml/2006/main">
              <a:ext uri="{FF2B5EF4-FFF2-40B4-BE49-F238E27FC236}">
                <a16:creationId xmlns:a16="http://schemas.microsoft.com/office/drawing/2014/main" id="{A832334C-4CC0-4550-9E0C-AF504D3F1716}"/>
              </a:ext>
            </a:extLst>
          </p:cNvPr>
          <p:cNvSpPr>
            <a:spLocks xmlns:a="http://schemas.openxmlformats.org/drawingml/2006/main" noGrp="1"/>
          </p:cNvSpPr>
          <p:nvPr/>
        </p:nvSpPr>
        <p:spPr>
          <a:xfrm xmlns:a="http://schemas.openxmlformats.org/drawingml/2006/main">
            <a:off x="5886450" y="16859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В терминале</a:t>
            </a:r>
          </a:p>
        </p:txBody>
      </p:sp>
      <p:sp>
        <p:nvSpPr>
          <p:cNvPr id="9" name="opencode mcp list">
            <a:extLst xmlns:a="http://schemas.openxmlformats.org/drawingml/2006/main">
              <a:ext uri="{FF2B5EF4-FFF2-40B4-BE49-F238E27FC236}">
                <a16:creationId xmlns:a16="http://schemas.microsoft.com/office/drawing/2014/main" id="{F28BB01F-3141-43D4-A195-BC91CA20CE5A}"/>
              </a:ext>
            </a:extLst>
          </p:cNvPr>
          <p:cNvSpPr>
            <a:spLocks xmlns:a="http://schemas.openxmlformats.org/drawingml/2006/main" noGrp="1"/>
          </p:cNvSpPr>
          <p:nvPr/>
        </p:nvSpPr>
        <p:spPr>
          <a:xfrm xmlns:a="http://schemas.openxmlformats.org/drawingml/2006/main">
            <a:off x="5886450" y="200977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opencode mcp list</a:t>
            </a:r>
          </a:p>
        </p:txBody>
      </p:sp>
      <p:sp>
        <p:nvSpPr>
          <p:cNvPr id="10" name="В чате OpenCode">
            <a:extLst xmlns:a="http://schemas.openxmlformats.org/drawingml/2006/main">
              <a:ext uri="{FF2B5EF4-FFF2-40B4-BE49-F238E27FC236}">
                <a16:creationId xmlns:a16="http://schemas.microsoft.com/office/drawing/2014/main" id="{709BD186-EDCF-4100-9D64-3DBEBF5543C5}"/>
              </a:ext>
            </a:extLst>
          </p:cNvPr>
          <p:cNvSpPr>
            <a:spLocks xmlns:a="http://schemas.openxmlformats.org/drawingml/2006/main" noGrp="1"/>
          </p:cNvSpPr>
          <p:nvPr/>
        </p:nvSpPr>
        <p:spPr>
          <a:xfrm xmlns:a="http://schemas.openxmlformats.org/drawingml/2006/main">
            <a:off x="5886450" y="2762250"/>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В чате OpenCode</a:t>
            </a:r>
          </a:p>
        </p:txBody>
      </p:sp>
      <p:sp>
        <p:nvSpPr>
          <p:cNvPr id="11" name="Найди пример валидации для версии FastAPI в проекте. use context7">
            <a:extLst xmlns:a="http://schemas.openxmlformats.org/drawingml/2006/main">
              <a:ext uri="{FF2B5EF4-FFF2-40B4-BE49-F238E27FC236}">
                <a16:creationId xmlns:a16="http://schemas.microsoft.com/office/drawing/2014/main" id="{D6A8C119-B3F2-4875-93F8-A9A3829ED642}"/>
              </a:ext>
            </a:extLst>
          </p:cNvPr>
          <p:cNvSpPr>
            <a:spLocks xmlns:a="http://schemas.openxmlformats.org/drawingml/2006/main" noGrp="1"/>
          </p:cNvSpPr>
          <p:nvPr/>
        </p:nvSpPr>
        <p:spPr>
          <a:xfrm xmlns:a="http://schemas.openxmlformats.org/drawingml/2006/main">
            <a:off x="5886450" y="3086100"/>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Найди пример валидации для версии FastAPI в проекте. use context7</a:t>
            </a:r>
          </a:p>
        </p:txBody>
      </p:sp>
      <p:sp>
        <p:nvSpPr>
          <p:cNvPr id="12" name="Проверка: После connected видим настоящий query-docs и полезный о">
            <a:extLst xmlns:a="http://schemas.openxmlformats.org/drawingml/2006/main">
              <a:ext uri="{FF2B5EF4-FFF2-40B4-BE49-F238E27FC236}">
                <a16:creationId xmlns:a16="http://schemas.microsoft.com/office/drawing/2014/main" id="{ED641FDB-3CC4-4CB5-B202-780FE3CB40A1}"/>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После connected видим настоящий query-docs и полезный ответ.</a:t>
            </a:r>
          </a:p>
        </p:txBody>
      </p:sp>
      <p:sp>
        <p:nvSpPr>
          <p:cNvPr id="13" name="OpenCode 2: MCP">
            <a:extLst xmlns:a="http://schemas.openxmlformats.org/drawingml/2006/main">
              <a:ext uri="{FF2B5EF4-FFF2-40B4-BE49-F238E27FC236}">
                <a16:creationId xmlns:a16="http://schemas.microsoft.com/office/drawing/2014/main" id="{A88694AA-E04E-40E9-A466-994EE0D15FCC}"/>
              </a:ext>
            </a:extLst>
          </p:cNvPr>
          <p:cNvSpPr>
            <a:spLocks xmlns:a="http://schemas.openxmlformats.org/drawingml/2006/main" noGrp="1"/>
          </p:cNvSpPr>
          <p:nvPr/>
        </p:nvSpPr>
        <p:spPr>
          <a:xfrm xmlns:a="http://schemas.openxmlformats.org/drawingml/2006/main">
            <a:off x="571500" y="435292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91e37d18ff534575"/>
              </a:rPr>
              <a:t>OpenCode 2: MCP</a:t>
            </a:r>
          </a:p>
        </p:txBody>
      </p:sp>
      <p:sp>
        <p:nvSpPr>
          <p:cNvPr id="14" name="Context7">
            <a:extLst xmlns:a="http://schemas.openxmlformats.org/drawingml/2006/main">
              <a:ext uri="{FF2B5EF4-FFF2-40B4-BE49-F238E27FC236}">
                <a16:creationId xmlns:a16="http://schemas.microsoft.com/office/drawing/2014/main" id="{F6076BA0-E2AB-4FB8-AC6F-C9A88FFA6BF6}"/>
              </a:ext>
            </a:extLst>
          </p:cNvPr>
          <p:cNvSpPr>
            <a:spLocks xmlns:a="http://schemas.openxmlformats.org/drawingml/2006/main" noGrp="1"/>
          </p:cNvSpPr>
          <p:nvPr/>
        </p:nvSpPr>
        <p:spPr>
          <a:xfrm xmlns:a="http://schemas.openxmlformats.org/drawingml/2006/main">
            <a:off x="4619625" y="435292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f87b0b3c47e245e2"/>
              </a:rPr>
              <a:t>Context7</a:t>
            </a:r>
          </a:p>
        </p:txBody>
      </p:sp>
      <p:sp>
        <p:nvSpPr>
          <p:cNvPr id="15" name="Добавьте секцию в существующий JSON. После изменения загрузите ко">
            <a:extLst xmlns:a="http://schemas.openxmlformats.org/drawingml/2006/main">
              <a:ext uri="{FF2B5EF4-FFF2-40B4-BE49-F238E27FC236}">
                <a16:creationId xmlns:a16="http://schemas.microsoft.com/office/drawing/2014/main" id="{C5A0F10D-9AAF-4982-9212-155A96766059}"/>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Добавьте секцию в существующий JSON. После изменения загрузите конфигурацию заново: opencode reload.</a:t>
            </a:r>
          </a:p>
        </p:txBody>
      </p:sp>
    </p:spTree>
    <p:extLst>
      <p:ext uri="{BB962C8B-B14F-4D97-AF65-F5344CB8AC3E}">
        <p14:creationId xmlns:p14="http://schemas.microsoft.com/office/powerpoint/2010/main" val="13889860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936e324882f4e24"/>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0">
            <a:extLst xmlns:a="http://schemas.openxmlformats.org/drawingml/2006/main">
              <a:ext uri="{FF2B5EF4-FFF2-40B4-BE49-F238E27FC236}">
                <a16:creationId xmlns:a16="http://schemas.microsoft.com/office/drawing/2014/main" id="{D719603B-2BE7-42C0-935C-0DB4248D2AA1}"/>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10</a:t>
            </a:r>
          </a:p>
        </p:txBody>
      </p:sp>
      <p:sp>
        <p:nvSpPr>
          <p:cNvPr id="3" name="Этап 3 · Поручаем агенту фичу A">
            <a:extLst xmlns:a="http://schemas.openxmlformats.org/drawingml/2006/main">
              <a:ext uri="{FF2B5EF4-FFF2-40B4-BE49-F238E27FC236}">
                <a16:creationId xmlns:a16="http://schemas.microsoft.com/office/drawing/2014/main" id="{1DD0B1A0-5FD7-4DB3-BC81-9132D47B12AA}"/>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Этап 3 · Поручаем агенту фичу A</a:t>
            </a:r>
          </a:p>
        </p:txBody>
      </p:sp>
      <p:sp>
        <p:nvSpPr>
          <p:cNvPr id="4" name="Переключаемся на экран OpenCode. Даём результат, границы и провер">
            <a:extLst xmlns:a="http://schemas.openxmlformats.org/drawingml/2006/main">
              <a:ext uri="{FF2B5EF4-FFF2-40B4-BE49-F238E27FC236}">
                <a16:creationId xmlns:a16="http://schemas.microsoft.com/office/drawing/2014/main" id="{F745AE15-DBAB-4A52-831A-C948F85D039C}"/>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Переключаемся на экран OpenCode. Даём результат, границы и проверку.</a:t>
            </a:r>
          </a:p>
        </p:txBody>
      </p:sp>
      <p:sp>
        <p:nvSpPr>
          <p:cNvPr id="5" name="Сообщение в OpenCode">
            <a:extLst xmlns:a="http://schemas.openxmlformats.org/drawingml/2006/main">
              <a:ext uri="{FF2B5EF4-FFF2-40B4-BE49-F238E27FC236}">
                <a16:creationId xmlns:a16="http://schemas.microsoft.com/office/drawing/2014/main" id="{8BC7D8B0-ED24-4835-987C-25D0941D1E2F}"/>
              </a:ext>
            </a:extLst>
          </p:cNvPr>
          <p:cNvSpPr>
            <a:spLocks xmlns:a="http://schemas.openxmlformats.org/drawingml/2006/main" noGrp="1"/>
          </p:cNvSpPr>
          <p:nvPr/>
        </p:nvSpPr>
        <p:spPr>
          <a:xfrm xmlns:a="http://schemas.openxmlformats.org/drawingml/2006/main">
            <a:off x="571500" y="143827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Сообщение в OpenCode</a:t>
            </a:r>
          </a:p>
        </p:txBody>
      </p:sp>
      <p:sp>
        <p:nvSpPr>
          <p:cNvPr id="6" name="Подложка Avito Start">
            <a:extLst xmlns:a="http://schemas.openxmlformats.org/drawingml/2006/main">
              <a:ext uri="{FF2B5EF4-FFF2-40B4-BE49-F238E27FC236}">
                <a16:creationId xmlns:a16="http://schemas.microsoft.com/office/drawing/2014/main" id="{67DEFEF4-7539-480A-B33E-75996898626D}"/>
              </a:ext>
            </a:extLst>
          </p:cNvPr>
          <p:cNvSpPr>
            <a:spLocks xmlns:a="http://schemas.openxmlformats.org/drawingml/2006/main" noGrp="1"/>
          </p:cNvSpPr>
          <p:nvPr/>
        </p:nvSpPr>
        <p:spPr>
          <a:xfrm xmlns:a="http://schemas.openxmlformats.org/drawingml/2006/main" rot="0">
            <a:off x="571500" y="1724025"/>
            <a:ext cx="8001000"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Реализуй фичу A по требованиям проекта.&#10;Используй выбранный skill">
            <a:extLst xmlns:a="http://schemas.openxmlformats.org/drawingml/2006/main">
              <a:ext uri="{FF2B5EF4-FFF2-40B4-BE49-F238E27FC236}">
                <a16:creationId xmlns:a16="http://schemas.microsoft.com/office/drawing/2014/main" id="{BEFC3773-02D2-4BBD-A898-A5B26EC9B6E3}"/>
              </a:ext>
            </a:extLst>
          </p:cNvPr>
          <p:cNvSpPr>
            <a:spLocks xmlns:a="http://schemas.openxmlformats.org/drawingml/2006/main" noGrp="1"/>
          </p:cNvSpPr>
          <p:nvPr/>
        </p:nvSpPr>
        <p:spPr>
          <a:xfrm xmlns:a="http://schemas.openxmlformats.org/drawingml/2006/main">
            <a:off x="704850" y="1828800"/>
            <a:ext cx="77343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Реализуй фичу A по требованиям проекта.</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Используй выбранный skill и найденные примеры.</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Сначала покажи падающую проверку, затем исправление.</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Покажи diff и фактически выполненные команды.</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Не делай commit без моей приёмки.</a:t>
            </a:r>
          </a:p>
        </p:txBody>
      </p:sp>
      <p:sp>
        <p:nvSpPr>
          <p:cNvPr id="8" name="Проверка: Проверяемый сценарий A проходит. Видно, какие действия ">
            <a:extLst xmlns:a="http://schemas.openxmlformats.org/drawingml/2006/main">
              <a:ext uri="{FF2B5EF4-FFF2-40B4-BE49-F238E27FC236}">
                <a16:creationId xmlns:a16="http://schemas.microsoft.com/office/drawing/2014/main" id="{63514C92-29D1-43A9-ACEA-FA0830EA9570}"/>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Проверяемый сценарий A проходит. Видно, какие действия выполнил агент.</a:t>
            </a:r>
          </a:p>
        </p:txBody>
      </p:sp>
    </p:spTree>
    <p:extLst>
      <p:ext uri="{BB962C8B-B14F-4D97-AF65-F5344CB8AC3E}">
        <p14:creationId xmlns:p14="http://schemas.microsoft.com/office/powerpoint/2010/main" val="1388986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9ef1bc8bd0b4c3c"/>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1">
            <a:extLst xmlns:a="http://schemas.openxmlformats.org/drawingml/2006/main">
              <a:ext uri="{FF2B5EF4-FFF2-40B4-BE49-F238E27FC236}">
                <a16:creationId xmlns:a16="http://schemas.microsoft.com/office/drawing/2014/main" id="{259B8733-F834-47E8-82AA-C92C6C9D7217}"/>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11</a:t>
            </a:r>
          </a:p>
        </p:txBody>
      </p:sp>
      <p:sp>
        <p:nvSpPr>
          <p:cNvPr id="3" name="​3.1 · Принимаем и сохраняем A">
            <a:extLst xmlns:a="http://schemas.openxmlformats.org/drawingml/2006/main">
              <a:ext uri="{FF2B5EF4-FFF2-40B4-BE49-F238E27FC236}">
                <a16:creationId xmlns:a16="http://schemas.microsoft.com/office/drawing/2014/main" id="{D9628A8C-7B6F-4E5B-8BE1-6D2878D702B2}"/>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​3.1 · Принимаем и сохраняем A</a:t>
            </a:r>
          </a:p>
        </p:txBody>
      </p:sp>
      <p:sp>
        <p:nvSpPr>
          <p:cNvPr id="4" name="Сначала читаем diff и результат проверки. Затем сохраняем приняту">
            <a:extLst xmlns:a="http://schemas.openxmlformats.org/drawingml/2006/main">
              <a:ext uri="{FF2B5EF4-FFF2-40B4-BE49-F238E27FC236}">
                <a16:creationId xmlns:a16="http://schemas.microsoft.com/office/drawing/2014/main" id="{5D1C6955-F9EA-47C2-97CE-E3980B24B236}"/>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Сначала читаем diff и результат проверки. Затем сохраняем принятую версию.</a:t>
            </a:r>
          </a:p>
        </p:txBody>
      </p:sp>
      <p:sp>
        <p:nvSpPr>
          <p:cNvPr id="5" name="В терминале · пример для нашего API">
            <a:extLst xmlns:a="http://schemas.openxmlformats.org/drawingml/2006/main">
              <a:ext uri="{FF2B5EF4-FFF2-40B4-BE49-F238E27FC236}">
                <a16:creationId xmlns:a16="http://schemas.microsoft.com/office/drawing/2014/main" id="{795F9A00-D457-4CF1-8A9C-AF588FB236E4}"/>
              </a:ext>
            </a:extLst>
          </p:cNvPr>
          <p:cNvSpPr>
            <a:spLocks xmlns:a="http://schemas.openxmlformats.org/drawingml/2006/main" noGrp="1"/>
          </p:cNvSpPr>
          <p:nvPr/>
        </p:nvSpPr>
        <p:spPr>
          <a:xfrm xmlns:a="http://schemas.openxmlformats.org/drawingml/2006/main">
            <a:off x="571500" y="143827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В терминале · пример для нашего API</a:t>
            </a:r>
          </a:p>
        </p:txBody>
      </p:sp>
      <p:sp>
        <p:nvSpPr>
          <p:cNvPr id="6" name="Подложка Avito Start">
            <a:extLst xmlns:a="http://schemas.openxmlformats.org/drawingml/2006/main">
              <a:ext uri="{FF2B5EF4-FFF2-40B4-BE49-F238E27FC236}">
                <a16:creationId xmlns:a16="http://schemas.microsoft.com/office/drawing/2014/main" id="{D4ED1318-140A-4CDF-A5DA-83A61D62D39A}"/>
              </a:ext>
            </a:extLst>
          </p:cNvPr>
          <p:cNvSpPr>
            <a:spLocks xmlns:a="http://schemas.openxmlformats.org/drawingml/2006/main" noGrp="1"/>
          </p:cNvSpPr>
          <p:nvPr/>
        </p:nvSpPr>
        <p:spPr>
          <a:xfrm xmlns:a="http://schemas.openxmlformats.org/drawingml/2006/main" rot="0">
            <a:off x="571500" y="1724025"/>
            <a:ext cx="8001000"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sh scripts/check.sh&#10;git diff --check&#10;git diff&#10;git status --short&#10;">
            <a:extLst xmlns:a="http://schemas.openxmlformats.org/drawingml/2006/main">
              <a:ext uri="{FF2B5EF4-FFF2-40B4-BE49-F238E27FC236}">
                <a16:creationId xmlns:a16="http://schemas.microsoft.com/office/drawing/2014/main" id="{7108E4C7-C562-42A5-B3A0-3532AC0E4A49}"/>
              </a:ext>
            </a:extLst>
          </p:cNvPr>
          <p:cNvSpPr>
            <a:spLocks xmlns:a="http://schemas.openxmlformats.org/drawingml/2006/main" noGrp="1"/>
          </p:cNvSpPr>
          <p:nvPr/>
        </p:nvSpPr>
        <p:spPr>
          <a:xfrm xmlns:a="http://schemas.openxmlformats.org/drawingml/2006/main">
            <a:off x="704850" y="1828800"/>
            <a:ext cx="77343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sh scripts/check.sh</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diff --check</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diff</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status --short</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add app tests</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commit -m "feat: implement feature A"</a:t>
            </a:r>
          </a:p>
        </p:txBody>
      </p:sp>
      <p:sp>
        <p:nvSpPr>
          <p:cNvPr id="8" name="Проверка: A проверена и сохранена вместе с настройками до worktre">
            <a:extLst xmlns:a="http://schemas.openxmlformats.org/drawingml/2006/main">
              <a:ext uri="{FF2B5EF4-FFF2-40B4-BE49-F238E27FC236}">
                <a16:creationId xmlns:a16="http://schemas.microsoft.com/office/drawing/2014/main" id="{A027DCB0-6574-47B3-8A1B-3E1AA6F1798D}"/>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A проверена и сохранена вместе с настройками до worktree B.</a:t>
            </a:r>
          </a:p>
        </p:txBody>
      </p:sp>
      <p:sp>
        <p:nvSpPr>
          <p:cNvPr id="9" name="app, tests и check.sh — пути демо. В своём проекте выберите нужны">
            <a:extLst xmlns:a="http://schemas.openxmlformats.org/drawingml/2006/main">
              <a:ext uri="{FF2B5EF4-FFF2-40B4-BE49-F238E27FC236}">
                <a16:creationId xmlns:a16="http://schemas.microsoft.com/office/drawing/2014/main" id="{EF76DB5D-CA83-4224-8BE0-4B90F9CE2987}"/>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app, tests и check.sh — пути демо. В своём проекте выберите нужные файлы и действующие проверки.</a:t>
            </a:r>
          </a:p>
        </p:txBody>
      </p:sp>
    </p:spTree>
    <p:extLst>
      <p:ext uri="{BB962C8B-B14F-4D97-AF65-F5344CB8AC3E}">
        <p14:creationId xmlns:p14="http://schemas.microsoft.com/office/powerpoint/2010/main" val="13889860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771990701b4751"/>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2">
            <a:extLst xmlns:a="http://schemas.openxmlformats.org/drawingml/2006/main">
              <a:ext uri="{FF2B5EF4-FFF2-40B4-BE49-F238E27FC236}">
                <a16:creationId xmlns:a16="http://schemas.microsoft.com/office/drawing/2014/main" id="{3429ED73-EF58-4F69-8407-11EEA40158C4}"/>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12</a:t>
            </a:r>
          </a:p>
        </p:txBody>
      </p:sp>
      <p:sp>
        <p:nvSpPr>
          <p:cNvPr id="3" name="Этап 4&#10;Усиливаем среду">
            <a:extLst xmlns:a="http://schemas.openxmlformats.org/drawingml/2006/main">
              <a:ext uri="{FF2B5EF4-FFF2-40B4-BE49-F238E27FC236}">
                <a16:creationId xmlns:a16="http://schemas.microsoft.com/office/drawing/2014/main" id="{6A6951BA-B65A-4A75-A15E-E0A371A613B4}"/>
              </a:ext>
            </a:extLst>
          </p:cNvPr>
          <p:cNvSpPr>
            <a:spLocks xmlns:a="http://schemas.openxmlformats.org/drawingml/2006/main" noGrp="1"/>
          </p:cNvSpPr>
          <p:nvPr/>
        </p:nvSpPr>
        <p:spPr>
          <a:xfrm xmlns:a="http://schemas.openxmlformats.org/drawingml/2006/main">
            <a:off x="762000" y="1066800"/>
            <a:ext cx="762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Этап 4</a:t>
            </a:r>
          </a:p>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Усиливаем среду</a:t>
            </a:r>
          </a:p>
        </p:txBody>
      </p:sp>
      <p:sp>
        <p:nvSpPr>
          <p:cNvPr id="4" name="Подложка Avito Start">
            <a:extLst xmlns:a="http://schemas.openxmlformats.org/drawingml/2006/main">
              <a:ext uri="{FF2B5EF4-FFF2-40B4-BE49-F238E27FC236}">
                <a16:creationId xmlns:a16="http://schemas.microsoft.com/office/drawing/2014/main" id="{7F64979E-B878-4660-9687-20052420BF2C}"/>
              </a:ext>
            </a:extLst>
          </p:cNvPr>
          <p:cNvSpPr>
            <a:spLocks xmlns:a="http://schemas.openxmlformats.org/drawingml/2006/main" noGrp="1"/>
          </p:cNvSpPr>
          <p:nvPr/>
        </p:nvSpPr>
        <p:spPr>
          <a:xfrm xmlns:a="http://schemas.openxmlformats.org/drawingml/2006/main" rot="180000">
            <a:off x="952500" y="2524125"/>
            <a:ext cx="7239000" cy="1019175"/>
          </a:xfrm>
          <a:prstGeom xmlns:a="http://schemas.openxmlformats.org/drawingml/2006/main" prst="rect">
            <a:avLst/>
          </a:prstGeom>
          <a:solidFill xmlns:a="http://schemas.openxmlformats.org/drawingml/2006/main">
            <a:srgbClr val="00E160"/>
          </a:solidFill>
          <a:ln xmlns:a="http://schemas.openxmlformats.org/drawingml/2006/main" w="0">
            <a:noFill/>
          </a:ln>
        </p:spPr>
      </p:sp>
      <p:sp>
        <p:nvSpPr>
          <p:cNvPr id="5" name="15 минут · Правило можно проверить кодом.">
            <a:extLst xmlns:a="http://schemas.openxmlformats.org/drawingml/2006/main">
              <a:ext uri="{FF2B5EF4-FFF2-40B4-BE49-F238E27FC236}">
                <a16:creationId xmlns:a16="http://schemas.microsoft.com/office/drawing/2014/main" id="{44573F59-0F08-46D4-AE9C-F199C9D61462}"/>
              </a:ext>
            </a:extLst>
          </p:cNvPr>
          <p:cNvSpPr>
            <a:spLocks xmlns:a="http://schemas.openxmlformats.org/drawingml/2006/main" noGrp="1"/>
          </p:cNvSpPr>
          <p:nvPr/>
        </p:nvSpPr>
        <p:spPr>
          <a:xfrm xmlns:a="http://schemas.openxmlformats.org/drawingml/2006/main">
            <a:off x="1219200" y="2686050"/>
            <a:ext cx="674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75" b="0">
                <a:solidFill>
                  <a:srgbClr val="000000"/>
                </a:solidFill>
                <a:latin typeface="Manrope"/>
                <a:ea typeface="Manrope"/>
                <a:cs typeface="Manrope"/>
              </a:defRPr>
            </a:pPr>
            <a:r>
              <a:rPr sz="1875" b="0">
                <a:solidFill>
                  <a:srgbClr val="000000"/>
                </a:solidFill>
                <a:latin typeface="Manrope"/>
                <a:ea typeface="Manrope"/>
                <a:cs typeface="Manrope"/>
              </a:rPr>
              <a:t>15 минут · Правило можно проверить кодом.</a:t>
            </a:r>
          </a:p>
        </p:txBody>
      </p:sp>
      <p:sp>
        <p:nvSpPr>
          <p:cNvPr id="6" name="Сейчас: Style guide и автоматический запуск проверок.&#10;Готово, ког">
            <a:extLst xmlns:a="http://schemas.openxmlformats.org/drawingml/2006/main">
              <a:ext uri="{FF2B5EF4-FFF2-40B4-BE49-F238E27FC236}">
                <a16:creationId xmlns:a16="http://schemas.microsoft.com/office/drawing/2014/main" id="{EF429F2D-C247-4A3B-BCA5-D7AA1097E247}"/>
              </a:ext>
            </a:extLst>
          </p:cNvPr>
          <p:cNvSpPr>
            <a:spLocks xmlns:a="http://schemas.openxmlformats.org/drawingml/2006/main" noGrp="1"/>
          </p:cNvSpPr>
          <p:nvPr/>
        </p:nvSpPr>
        <p:spPr>
          <a:xfrm xmlns:a="http://schemas.openxmlformats.org/drawingml/2006/main">
            <a:off x="1257300" y="3705225"/>
            <a:ext cx="6705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Сейчас: Style guide и автоматический запуск проверок.</a:t>
            </a:r>
          </a:p>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Готово, когда: Hook показал сбой и успешный повтор.</a:t>
            </a:r>
          </a:p>
        </p:txBody>
      </p:sp>
    </p:spTree>
    <p:extLst>
      <p:ext uri="{BB962C8B-B14F-4D97-AF65-F5344CB8AC3E}">
        <p14:creationId xmlns:p14="http://schemas.microsoft.com/office/powerpoint/2010/main" val="13889860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90274910ae416c"/>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3">
            <a:extLst xmlns:a="http://schemas.openxmlformats.org/drawingml/2006/main">
              <a:ext uri="{FF2B5EF4-FFF2-40B4-BE49-F238E27FC236}">
                <a16:creationId xmlns:a16="http://schemas.microsoft.com/office/drawing/2014/main" id="{966B42A1-475D-4B7D-B46A-D86AEFF5701C}"/>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13</a:t>
            </a:r>
          </a:p>
        </p:txBody>
      </p:sp>
      <p:sp>
        <p:nvSpPr>
          <p:cNvPr id="3" name="​4.1 · Добавляем короткий style guide">
            <a:extLst xmlns:a="http://schemas.openxmlformats.org/drawingml/2006/main">
              <a:ext uri="{FF2B5EF4-FFF2-40B4-BE49-F238E27FC236}">
                <a16:creationId xmlns:a16="http://schemas.microsoft.com/office/drawing/2014/main" id="{C9D81285-FB68-42D6-B4B0-D0ACB38986F6}"/>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​4.1 · Добавляем короткий style guide</a:t>
            </a:r>
          </a:p>
        </p:txBody>
      </p:sp>
      <p:sp>
        <p:nvSpPr>
          <p:cNvPr id="4" name="Сохраните 3–5 правил, которые нужны именно вашей фиче, и один хор">
            <a:extLst xmlns:a="http://schemas.openxmlformats.org/drawingml/2006/main">
              <a:ext uri="{FF2B5EF4-FFF2-40B4-BE49-F238E27FC236}">
                <a16:creationId xmlns:a16="http://schemas.microsoft.com/office/drawing/2014/main" id="{F61BDA4F-1564-47BF-B468-593316C26A7A}"/>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Сохраните 3–5 правил, которые нужны именно вашей фиче, и один хороший пример.</a:t>
            </a:r>
          </a:p>
        </p:txBody>
      </p:sp>
      <p:sp>
        <p:nvSpPr>
          <p:cNvPr id="5" name="docs/style-guide.md · пример">
            <a:extLst xmlns:a="http://schemas.openxmlformats.org/drawingml/2006/main">
              <a:ext uri="{FF2B5EF4-FFF2-40B4-BE49-F238E27FC236}">
                <a16:creationId xmlns:a16="http://schemas.microsoft.com/office/drawing/2014/main" id="{7A7E120B-985A-4AA0-9558-50BBBB8C7310}"/>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docs/style-guide.md · пример</a:t>
            </a:r>
          </a:p>
        </p:txBody>
      </p:sp>
      <p:sp>
        <p:nvSpPr>
          <p:cNvPr id="6" name="Подложка Avito Start">
            <a:extLst xmlns:a="http://schemas.openxmlformats.org/drawingml/2006/main">
              <a:ext uri="{FF2B5EF4-FFF2-40B4-BE49-F238E27FC236}">
                <a16:creationId xmlns:a16="http://schemas.microsoft.com/office/drawing/2014/main" id="{B4BE25FB-975F-4E5C-922D-7828FC91F621}"/>
              </a:ext>
            </a:extLst>
          </p:cNvPr>
          <p:cNvSpPr>
            <a:spLocks xmlns:a="http://schemas.openxmlformats.org/drawingml/2006/main" noGrp="1"/>
          </p:cNvSpPr>
          <p:nvPr/>
        </p:nvSpPr>
        <p:spPr>
          <a:xfrm xmlns:a="http://schemas.openxmlformats.org/drawingml/2006/main" rot="0">
            <a:off x="571500" y="1724025"/>
            <a:ext cx="5095875"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Проверяй поведение через публичный интерфейс.&#10;Используй типы и со">
            <a:extLst xmlns:a="http://schemas.openxmlformats.org/drawingml/2006/main">
              <a:ext uri="{FF2B5EF4-FFF2-40B4-BE49-F238E27FC236}">
                <a16:creationId xmlns:a16="http://schemas.microsoft.com/office/drawing/2014/main" id="{6B015F30-3C0F-4F39-A1B8-F296B33BA1B1}"/>
              </a:ext>
            </a:extLst>
          </p:cNvPr>
          <p:cNvSpPr>
            <a:spLocks xmlns:a="http://schemas.openxmlformats.org/drawingml/2006/main" noGrp="1"/>
          </p:cNvSpPr>
          <p:nvPr/>
        </p:nvSpPr>
        <p:spPr>
          <a:xfrm xmlns:a="http://schemas.openxmlformats.org/drawingml/2006/main">
            <a:off x="704850" y="1828800"/>
            <a:ext cx="48291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Проверяй поведение через публичный интерфейс.</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Используй типы и соглашения проекта.</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Не добавляй framework ради маленькой правки.</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Не ослабляй runner ради зелёного результата.</a:t>
            </a:r>
          </a:p>
        </p:txBody>
      </p:sp>
      <p:sp>
        <p:nvSpPr>
          <p:cNvPr id="8" name="Связать с AGENTS.md">
            <a:extLst xmlns:a="http://schemas.openxmlformats.org/drawingml/2006/main">
              <a:ext uri="{FF2B5EF4-FFF2-40B4-BE49-F238E27FC236}">
                <a16:creationId xmlns:a16="http://schemas.microsoft.com/office/drawing/2014/main" id="{6C939C59-2BC7-4581-B6F3-285CA26EEDD6}"/>
              </a:ext>
            </a:extLst>
          </p:cNvPr>
          <p:cNvSpPr>
            <a:spLocks xmlns:a="http://schemas.openxmlformats.org/drawingml/2006/main" noGrp="1"/>
          </p:cNvSpPr>
          <p:nvPr/>
        </p:nvSpPr>
        <p:spPr>
          <a:xfrm xmlns:a="http://schemas.openxmlformats.org/drawingml/2006/main">
            <a:off x="5886450" y="16859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Связать с AGENTS.md</a:t>
            </a:r>
          </a:p>
        </p:txBody>
      </p:sp>
      <p:sp>
        <p:nvSpPr>
          <p:cNvPr id="9" name="Перед изменением кода прочитай docs/style-guide.md.">
            <a:extLst xmlns:a="http://schemas.openxmlformats.org/drawingml/2006/main">
              <a:ext uri="{FF2B5EF4-FFF2-40B4-BE49-F238E27FC236}">
                <a16:creationId xmlns:a16="http://schemas.microsoft.com/office/drawing/2014/main" id="{77336D28-82C6-49FC-B9CA-1443BF68912D}"/>
              </a:ext>
            </a:extLst>
          </p:cNvPr>
          <p:cNvSpPr>
            <a:spLocks xmlns:a="http://schemas.openxmlformats.org/drawingml/2006/main" noGrp="1"/>
          </p:cNvSpPr>
          <p:nvPr/>
        </p:nvSpPr>
        <p:spPr>
          <a:xfrm xmlns:a="http://schemas.openxmlformats.org/drawingml/2006/main">
            <a:off x="5886450" y="200977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Перед изменением кода прочитай docs/style-guide.md.</a:t>
            </a:r>
          </a:p>
        </p:txBody>
      </p:sp>
      <p:sp>
        <p:nvSpPr>
          <p:cNvPr id="10" name="Показать применение">
            <a:extLst xmlns:a="http://schemas.openxmlformats.org/drawingml/2006/main">
              <a:ext uri="{FF2B5EF4-FFF2-40B4-BE49-F238E27FC236}">
                <a16:creationId xmlns:a16="http://schemas.microsoft.com/office/drawing/2014/main" id="{AFD83F66-41AB-424B-B05E-562D29023F4E}"/>
              </a:ext>
            </a:extLst>
          </p:cNvPr>
          <p:cNvSpPr>
            <a:spLocks xmlns:a="http://schemas.openxmlformats.org/drawingml/2006/main" noGrp="1"/>
          </p:cNvSpPr>
          <p:nvPr/>
        </p:nvSpPr>
        <p:spPr>
          <a:xfrm xmlns:a="http://schemas.openxmlformats.org/drawingml/2006/main">
            <a:off x="5886450" y="2762250"/>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Показать применение</a:t>
            </a:r>
          </a:p>
        </p:txBody>
      </p:sp>
      <p:sp>
        <p:nvSpPr>
          <p:cNvPr id="11" name="Попросите агента назвать правило и место в коде, где оно выполнен">
            <a:extLst xmlns:a="http://schemas.openxmlformats.org/drawingml/2006/main">
              <a:ext uri="{FF2B5EF4-FFF2-40B4-BE49-F238E27FC236}">
                <a16:creationId xmlns:a16="http://schemas.microsoft.com/office/drawing/2014/main" id="{94BDFBEF-F2AF-4C60-8DC9-757CE8ACF57C}"/>
              </a:ext>
            </a:extLst>
          </p:cNvPr>
          <p:cNvSpPr>
            <a:spLocks xmlns:a="http://schemas.openxmlformats.org/drawingml/2006/main" noGrp="1"/>
          </p:cNvSpPr>
          <p:nvPr/>
        </p:nvSpPr>
        <p:spPr>
          <a:xfrm xmlns:a="http://schemas.openxmlformats.org/drawingml/2006/main">
            <a:off x="5886450" y="3086100"/>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Попросите агента назвать правило и место в коде, где оно выполнено.</a:t>
            </a:r>
          </a:p>
        </p:txBody>
      </p:sp>
      <p:sp>
        <p:nvSpPr>
          <p:cNvPr id="12" name="Проверка: Правило связано с реальным примером и действующей прове">
            <a:extLst xmlns:a="http://schemas.openxmlformats.org/drawingml/2006/main">
              <a:ext uri="{FF2B5EF4-FFF2-40B4-BE49-F238E27FC236}">
                <a16:creationId xmlns:a16="http://schemas.microsoft.com/office/drawing/2014/main" id="{E5E5B245-C582-4266-B91A-B796965F2C6F}"/>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Правило связано с реальным примером и действующей проверкой.</a:t>
            </a:r>
          </a:p>
        </p:txBody>
      </p:sp>
      <p:sp>
        <p:nvSpPr>
          <p:cNvPr id="13" name="OpenCode 2: инструкции и миграция">
            <a:extLst xmlns:a="http://schemas.openxmlformats.org/drawingml/2006/main">
              <a:ext uri="{FF2B5EF4-FFF2-40B4-BE49-F238E27FC236}">
                <a16:creationId xmlns:a16="http://schemas.microsoft.com/office/drawing/2014/main" id="{4A6CB032-BABF-4BF2-83B7-28235F580A1B}"/>
              </a:ext>
            </a:extLst>
          </p:cNvPr>
          <p:cNvSpPr>
            <a:spLocks xmlns:a="http://schemas.openxmlformats.org/drawingml/2006/main" noGrp="1"/>
          </p:cNvSpPr>
          <p:nvPr/>
        </p:nvSpPr>
        <p:spPr>
          <a:xfrm xmlns:a="http://schemas.openxmlformats.org/drawingml/2006/main">
            <a:off x="571500" y="43529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83bd3cd99b604a3c"/>
              </a:rPr>
              <a:t>OpenCode 2: инструкции и миграция</a:t>
            </a:r>
          </a:p>
        </p:txBody>
      </p:sp>
      <p:sp>
        <p:nvSpPr>
          <p:cNvPr id="14" name="В 2.0.20 instructions не загружает файл. Ссылка в AGENTS.md и явн">
            <a:extLst xmlns:a="http://schemas.openxmlformats.org/drawingml/2006/main">
              <a:ext uri="{FF2B5EF4-FFF2-40B4-BE49-F238E27FC236}">
                <a16:creationId xmlns:a16="http://schemas.microsoft.com/office/drawing/2014/main" id="{E9DDC83F-FBA0-4EA7-9F65-6D7AC78C4431}"/>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В 2.0.20 instructions не загружает файл. Ссылка в AGENTS.md и явное чтение устраняют эту неоднозначность.</a:t>
            </a:r>
          </a:p>
        </p:txBody>
      </p:sp>
    </p:spTree>
    <p:extLst>
      <p:ext uri="{BB962C8B-B14F-4D97-AF65-F5344CB8AC3E}">
        <p14:creationId xmlns:p14="http://schemas.microsoft.com/office/powerpoint/2010/main" val="13889860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748f2f12b604537"/>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4">
            <a:extLst xmlns:a="http://schemas.openxmlformats.org/drawingml/2006/main">
              <a:ext uri="{FF2B5EF4-FFF2-40B4-BE49-F238E27FC236}">
                <a16:creationId xmlns:a16="http://schemas.microsoft.com/office/drawing/2014/main" id="{60AACDC0-943D-43B6-BD42-FFB86DBE94E0}"/>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14</a:t>
            </a:r>
          </a:p>
        </p:txBody>
      </p:sp>
      <p:sp>
        <p:nvSpPr>
          <p:cNvPr id="3" name="​4.2 · Hook проверяет работу после правки">
            <a:extLst xmlns:a="http://schemas.openxmlformats.org/drawingml/2006/main">
              <a:ext uri="{FF2B5EF4-FFF2-40B4-BE49-F238E27FC236}">
                <a16:creationId xmlns:a16="http://schemas.microsoft.com/office/drawing/2014/main" id="{D0E06922-CE74-4BC4-B064-E87C1E349609}"/>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​4.2 · Hook проверяет работу после правки</a:t>
            </a:r>
          </a:p>
        </p:txBody>
      </p:sp>
      <p:sp>
        <p:nvSpPr>
          <p:cNvPr id="4" name="Плагин OpenCode 2 регистрирует ctx.tool.hook(&quot;execute.after&quot;, ...">
            <a:extLst xmlns:a="http://schemas.openxmlformats.org/drawingml/2006/main">
              <a:ext uri="{FF2B5EF4-FFF2-40B4-BE49-F238E27FC236}">
                <a16:creationId xmlns:a16="http://schemas.microsoft.com/office/drawing/2014/main" id="{39D64BED-E13C-4BF0-AC67-8659C853F8A1}"/>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Плагин OpenCode 2 регистрирует ctx.tool.hook("execute.after", ...). Он запускает один доверенный runner.</a:t>
            </a:r>
          </a:p>
        </p:txBody>
      </p:sp>
      <p:sp>
        <p:nvSpPr>
          <p:cNvPr id="5" name="Сохраните пример плагина по этому пути">
            <a:extLst xmlns:a="http://schemas.openxmlformats.org/drawingml/2006/main">
              <a:ext uri="{FF2B5EF4-FFF2-40B4-BE49-F238E27FC236}">
                <a16:creationId xmlns:a16="http://schemas.microsoft.com/office/drawing/2014/main" id="{8602FD70-B150-445A-B79D-CDEB94D47372}"/>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Сохраните пример плагина по этому пути</a:t>
            </a:r>
          </a:p>
        </p:txBody>
      </p:sp>
      <p:sp>
        <p:nvSpPr>
          <p:cNvPr id="6" name="Подложка Avito Start">
            <a:extLst xmlns:a="http://schemas.openxmlformats.org/drawingml/2006/main">
              <a:ext uri="{FF2B5EF4-FFF2-40B4-BE49-F238E27FC236}">
                <a16:creationId xmlns:a16="http://schemas.microsoft.com/office/drawing/2014/main" id="{54AD9CD0-C947-4D44-9CB7-0CC8DBD7E29C}"/>
              </a:ext>
            </a:extLst>
          </p:cNvPr>
          <p:cNvSpPr>
            <a:spLocks xmlns:a="http://schemas.openxmlformats.org/drawingml/2006/main" noGrp="1"/>
          </p:cNvSpPr>
          <p:nvPr/>
        </p:nvSpPr>
        <p:spPr>
          <a:xfrm xmlns:a="http://schemas.openxmlformats.org/drawingml/2006/main" rot="0">
            <a:off x="571500" y="1724025"/>
            <a:ext cx="5095875" cy="12573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opencode/plugins/check-after-edit.js">
            <a:extLst xmlns:a="http://schemas.openxmlformats.org/drawingml/2006/main">
              <a:ext uri="{FF2B5EF4-FFF2-40B4-BE49-F238E27FC236}">
                <a16:creationId xmlns:a16="http://schemas.microsoft.com/office/drawing/2014/main" id="{1710AE19-D7B6-4418-9D27-35C7D8A258E3}"/>
              </a:ext>
            </a:extLst>
          </p:cNvPr>
          <p:cNvSpPr>
            <a:spLocks xmlns:a="http://schemas.openxmlformats.org/drawingml/2006/main" noGrp="1"/>
          </p:cNvSpPr>
          <p:nvPr/>
        </p:nvSpPr>
        <p:spPr>
          <a:xfrm xmlns:a="http://schemas.openxmlformats.org/drawingml/2006/main">
            <a:off x="704850" y="1828800"/>
            <a:ext cx="48291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.opencode/plugins/check-after-edit.js</a:t>
            </a:r>
          </a:p>
        </p:txBody>
      </p:sp>
      <p:sp>
        <p:nvSpPr>
          <p:cNvPr id="8" name="Сначала вручную">
            <a:extLst xmlns:a="http://schemas.openxmlformats.org/drawingml/2006/main">
              <a:ext uri="{FF2B5EF4-FFF2-40B4-BE49-F238E27FC236}">
                <a16:creationId xmlns:a16="http://schemas.microsoft.com/office/drawing/2014/main" id="{916FE533-B038-4106-9CF7-7CA18438E589}"/>
              </a:ext>
            </a:extLst>
          </p:cNvPr>
          <p:cNvSpPr>
            <a:spLocks xmlns:a="http://schemas.openxmlformats.org/drawingml/2006/main" noGrp="1"/>
          </p:cNvSpPr>
          <p:nvPr/>
        </p:nvSpPr>
        <p:spPr>
          <a:xfrm xmlns:a="http://schemas.openxmlformats.org/drawingml/2006/main">
            <a:off x="5886450" y="16859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Сначала вручную</a:t>
            </a:r>
          </a:p>
        </p:txBody>
      </p:sp>
      <p:sp>
        <p:nvSpPr>
          <p:cNvPr id="9" name="sh scripts/check.sh&#10;Команда должна работать до подключения hook.">
            <a:extLst xmlns:a="http://schemas.openxmlformats.org/drawingml/2006/main">
              <a:ext uri="{FF2B5EF4-FFF2-40B4-BE49-F238E27FC236}">
                <a16:creationId xmlns:a16="http://schemas.microsoft.com/office/drawing/2014/main" id="{67D0F099-838B-4CC8-95B7-F9805385F706}"/>
              </a:ext>
            </a:extLst>
          </p:cNvPr>
          <p:cNvSpPr>
            <a:spLocks xmlns:a="http://schemas.openxmlformats.org/drawingml/2006/main" noGrp="1"/>
          </p:cNvSpPr>
          <p:nvPr/>
        </p:nvSpPr>
        <p:spPr>
          <a:xfrm xmlns:a="http://schemas.openxmlformats.org/drawingml/2006/main">
            <a:off x="5886450" y="200977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sh scripts/check.sh</a:t>
            </a:r>
          </a:p>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Команда должна работать до подключения hook.</a:t>
            </a:r>
          </a:p>
        </p:txBody>
      </p:sp>
      <p:sp>
        <p:nvSpPr>
          <p:cNvPr id="10" name="Затем в OpenCode">
            <a:extLst xmlns:a="http://schemas.openxmlformats.org/drawingml/2006/main">
              <a:ext uri="{FF2B5EF4-FFF2-40B4-BE49-F238E27FC236}">
                <a16:creationId xmlns:a16="http://schemas.microsoft.com/office/drawing/2014/main" id="{A6B359DD-AADF-4DB8-93C1-93B44490E815}"/>
              </a:ext>
            </a:extLst>
          </p:cNvPr>
          <p:cNvSpPr>
            <a:spLocks xmlns:a="http://schemas.openxmlformats.org/drawingml/2006/main" noGrp="1"/>
          </p:cNvSpPr>
          <p:nvPr/>
        </p:nvSpPr>
        <p:spPr>
          <a:xfrm xmlns:a="http://schemas.openxmlformats.org/drawingml/2006/main">
            <a:off x="5886450" y="2762250"/>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Затем в OpenCode</a:t>
            </a:r>
          </a:p>
        </p:txBody>
      </p:sp>
      <p:sp>
        <p:nvSpPr>
          <p:cNvPr id="11" name="opencode reload&#10;Измените временный тест: событие даёт FAIL, испра">
            <a:extLst xmlns:a="http://schemas.openxmlformats.org/drawingml/2006/main">
              <a:ext uri="{FF2B5EF4-FFF2-40B4-BE49-F238E27FC236}">
                <a16:creationId xmlns:a16="http://schemas.microsoft.com/office/drawing/2014/main" id="{A311CB86-BC22-41D4-9498-FD9934BCE060}"/>
              </a:ext>
            </a:extLst>
          </p:cNvPr>
          <p:cNvSpPr>
            <a:spLocks xmlns:a="http://schemas.openxmlformats.org/drawingml/2006/main" noGrp="1"/>
          </p:cNvSpPr>
          <p:nvPr/>
        </p:nvSpPr>
        <p:spPr>
          <a:xfrm xmlns:a="http://schemas.openxmlformats.org/drawingml/2006/main">
            <a:off x="5886450" y="3086100"/>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opencode reload</a:t>
            </a:r>
          </a:p>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Измените временный тест: событие даёт FAIL, исправление даёт PASS.</a:t>
            </a:r>
          </a:p>
        </p:txBody>
      </p:sp>
      <p:sp>
        <p:nvSpPr>
          <p:cNvPr id="12" name="Проверка: Runner запустился по событию, а его результат вернулся ">
            <a:extLst xmlns:a="http://schemas.openxmlformats.org/drawingml/2006/main">
              <a:ext uri="{FF2B5EF4-FFF2-40B4-BE49-F238E27FC236}">
                <a16:creationId xmlns:a16="http://schemas.microsoft.com/office/drawing/2014/main" id="{09A23B14-76C0-4680-8C73-46A9925D19C8}"/>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Runner запустился по событию, а его результат вернулся агенту.</a:t>
            </a:r>
          </a:p>
        </p:txBody>
      </p:sp>
      <p:sp>
        <p:nvSpPr>
          <p:cNvPr id="13" name="Готовый hook для OpenCode 2">
            <a:extLst xmlns:a="http://schemas.openxmlformats.org/drawingml/2006/main">
              <a:ext uri="{FF2B5EF4-FFF2-40B4-BE49-F238E27FC236}">
                <a16:creationId xmlns:a16="http://schemas.microsoft.com/office/drawing/2014/main" id="{1C643442-F8F1-4185-AC3A-5294876D49A3}"/>
              </a:ext>
            </a:extLst>
          </p:cNvPr>
          <p:cNvSpPr>
            <a:spLocks xmlns:a="http://schemas.openxmlformats.org/drawingml/2006/main" noGrp="1"/>
          </p:cNvSpPr>
          <p:nvPr/>
        </p:nvSpPr>
        <p:spPr>
          <a:xfrm xmlns:a="http://schemas.openxmlformats.org/drawingml/2006/main">
            <a:off x="571500" y="435292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ed7895e29c0448dc"/>
              </a:rPr>
              <a:t>Готовый hook для OpenCode 2</a:t>
            </a:r>
          </a:p>
        </p:txBody>
      </p:sp>
      <p:sp>
        <p:nvSpPr>
          <p:cNvPr id="14" name="Миграция plugins V1 → V2">
            <a:extLst xmlns:a="http://schemas.openxmlformats.org/drawingml/2006/main">
              <a:ext uri="{FF2B5EF4-FFF2-40B4-BE49-F238E27FC236}">
                <a16:creationId xmlns:a16="http://schemas.microsoft.com/office/drawing/2014/main" id="{120170EA-7E18-4D17-A709-B538E8378CC0}"/>
              </a:ext>
            </a:extLst>
          </p:cNvPr>
          <p:cNvSpPr>
            <a:spLocks xmlns:a="http://schemas.openxmlformats.org/drawingml/2006/main" noGrp="1"/>
          </p:cNvSpPr>
          <p:nvPr/>
        </p:nvSpPr>
        <p:spPr>
          <a:xfrm xmlns:a="http://schemas.openxmlformats.org/drawingml/2006/main">
            <a:off x="4619625" y="435292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4b4d9ac3ab0c4b6a"/>
              </a:rPr>
              <a:t>Миграция plugins V1 → V2</a:t>
            </a:r>
          </a:p>
        </p:txBody>
      </p:sp>
      <p:sp>
        <p:nvSpPr>
          <p:cNvPr id="15" name="V1 tool.execute.after-плагины в OpenCode 2 не исполняются. Исполь">
            <a:extLst xmlns:a="http://schemas.openxmlformats.org/drawingml/2006/main">
              <a:ext uri="{FF2B5EF4-FFF2-40B4-BE49-F238E27FC236}">
                <a16:creationId xmlns:a16="http://schemas.microsoft.com/office/drawing/2014/main" id="{FFDEA4C3-2100-4A62-A34D-BE83B3454E9D}"/>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V1 tool.execute.after-плагины в OpenCode 2 не исполняются. Используйте обновлённый пример.</a:t>
            </a:r>
          </a:p>
        </p:txBody>
      </p:sp>
    </p:spTree>
    <p:extLst>
      <p:ext uri="{BB962C8B-B14F-4D97-AF65-F5344CB8AC3E}">
        <p14:creationId xmlns:p14="http://schemas.microsoft.com/office/powerpoint/2010/main" val="1388986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694386dee994fe1"/>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8">
            <a:extLst xmlns:a="http://schemas.openxmlformats.org/drawingml/2006/main">
              <a:ext uri="{FF2B5EF4-FFF2-40B4-BE49-F238E27FC236}">
                <a16:creationId xmlns:a16="http://schemas.microsoft.com/office/drawing/2014/main" id="{154BE34A-925F-4B21-98D6-F2098A84B5B1}"/>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15</a:t>
            </a:r>
          </a:p>
        </p:txBody>
      </p:sp>
      <p:sp>
        <p:nvSpPr>
          <p:cNvPr id="3" name="Бонус: свой субагент под проект">
            <a:extLst xmlns:a="http://schemas.openxmlformats.org/drawingml/2006/main">
              <a:ext uri="{FF2B5EF4-FFF2-40B4-BE49-F238E27FC236}">
                <a16:creationId xmlns:a16="http://schemas.microsoft.com/office/drawing/2014/main" id="{BB69E6BC-5169-4A40-B309-0980798EFA1A}"/>
              </a:ext>
            </a:extLst>
          </p:cNvPr>
          <p:cNvSpPr>
            <a:spLocks xmlns:a="http://schemas.openxmlformats.org/drawingml/2006/main" noGrp="1"/>
          </p:cNvSpPr>
          <p:nvPr/>
        </p:nvSpPr>
        <p:spPr>
          <a:xfrm xmlns:a="http://schemas.openxmlformats.org/drawingml/2006/main">
            <a:off x="361950" y="428625"/>
            <a:ext cx="838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Бонус: свой субагент под проект</a:t>
            </a:r>
          </a:p>
        </p:txBody>
      </p:sp>
      <p:sp>
        <p:nvSpPr>
          <p:cNvPr id="4" name="Между фичами A и B, если успеваете. Выберите тестировщика, review">
            <a:extLst xmlns:a="http://schemas.openxmlformats.org/drawingml/2006/main">
              <a:ext uri="{FF2B5EF4-FFF2-40B4-BE49-F238E27FC236}">
                <a16:creationId xmlns:a16="http://schemas.microsoft.com/office/drawing/2014/main" id="{38DD2E84-946D-4D0A-8A3B-499546F8DDE5}"/>
              </a:ext>
            </a:extLst>
          </p:cNvPr>
          <p:cNvSpPr>
            <a:spLocks xmlns:a="http://schemas.openxmlformats.org/drawingml/2006/main" noGrp="1"/>
          </p:cNvSpPr>
          <p:nvPr/>
        </p:nvSpPr>
        <p:spPr>
          <a:xfrm xmlns:a="http://schemas.openxmlformats.org/drawingml/2006/main">
            <a:off x="571500" y="971550"/>
            <a:ext cx="790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Между фичами A и B, если успеваете. Выберите тестировщика, reviewer или исследователя.</a:t>
            </a:r>
          </a:p>
        </p:txBody>
      </p:sp>
      <p:graphicFrame>
        <p:nvGraphicFramePr>
          <p:cNvPr id="14" name=""/>
          <p:cNvGraphicFramePr/>
          <p:nvPr/>
        </p:nvGraphicFramePr>
        <p:xfrm>
          <a:off xmlns:a="http://schemas.openxmlformats.org/drawingml/2006/main" x="571500" y="1428750"/>
          <a:ext xmlns:a="http://schemas.openxmlformats.org/drawingml/2006/main" cx="8001000" cy="2609850"/>
        </p:xfrm>
        <a:graphic xmlns:a="http://schemas.openxmlformats.org/drawingml/2006/main">
          <a:graphicData uri="http://schemas.openxmlformats.org/drawingml/2006/table">
            <a:tbl>
              <a:tblPr firstRow="0" bandRow="0"/>
              <a:tblGrid>
                <a:gridCol w="2143125"/>
                <a:gridCol w="5857875"/>
              </a:tblGrid>
              <a:tr h="434975">
                <a:tc>
                  <a:txBody>
                    <a:bodyPr/>
                    <a:lstStyle/>
                    <a:p>
                      <a:pPr algn="l">
                        <a:buNone/>
                      </a:pPr>
                      <a:r>
                        <a:rPr sz="1275" b="1">
                          <a:solidFill>
                            <a:srgbClr val="000000"/>
                          </a:solidFill>
                          <a:latin typeface="Manrope"/>
                          <a:ea typeface="Manrope"/>
                          <a:cs typeface="Manrope"/>
                        </a:rPr>
                        <a:t>Что настраиваем</a:t>
                      </a:r>
                    </a:p>
                  </a:txBody>
                  <a:tcPr marL="104775" marR="104775" marT="47625" marB="47625" anchor="ctr">
                    <a:solidFill>
                      <a:srgbClr val="DFCEF3"/>
                    </a:solidFill>
                  </a:tcPr>
                </a:tc>
                <a:tc>
                  <a:txBody>
                    <a:bodyPr/>
                    <a:lstStyle/>
                    <a:p>
                      <a:pPr algn="l">
                        <a:buNone/>
                      </a:pPr>
                      <a:r>
                        <a:rPr sz="1275" b="1">
                          <a:solidFill>
                            <a:srgbClr val="000000"/>
                          </a:solidFill>
                          <a:latin typeface="Manrope"/>
                          <a:ea typeface="Manrope"/>
                          <a:cs typeface="Manrope"/>
                        </a:rPr>
                        <a:t>Пример для тестировщика</a:t>
                      </a:r>
                    </a:p>
                  </a:txBody>
                  <a:tcPr marL="104775" marR="104775" marT="47625" marB="47625" anchor="ctr">
                    <a:solidFill>
                      <a:srgbClr val="DFCEF3"/>
                    </a:solidFill>
                  </a:tcPr>
                </a:tc>
              </a:tr>
              <a:tr h="434975">
                <a:tc>
                  <a:txBody>
                    <a:bodyPr/>
                    <a:lstStyle/>
                    <a:p>
                      <a:pPr algn="l">
                        <a:buNone/>
                      </a:pPr>
                      <a:r>
                        <a:rPr sz="1163" b="1">
                          <a:solidFill>
                            <a:srgbClr val="000000"/>
                          </a:solidFill>
                          <a:latin typeface="Manrope"/>
                          <a:ea typeface="Manrope"/>
                          <a:cs typeface="Manrope"/>
                        </a:rPr>
                        <a:t>Задача</a:t>
                      </a:r>
                    </a:p>
                  </a:txBody>
                  <a:tcPr marL="104775" marR="104775" marT="47625" marB="47625" anchor="ctr">
                    <a:solidFill>
                      <a:srgbClr val="FFFFFF"/>
                    </a:solidFill>
                  </a:tcPr>
                </a:tc>
                <a:tc>
                  <a:txBody>
                    <a:bodyPr/>
                    <a:lstStyle/>
                    <a:p>
                      <a:pPr algn="l">
                        <a:buNone/>
                      </a:pPr>
                      <a:r>
                        <a:rPr sz="1163" b="0">
                          <a:solidFill>
                            <a:srgbClr val="000000"/>
                          </a:solidFill>
                          <a:latin typeface="Manrope"/>
                          <a:ea typeface="Manrope"/>
                          <a:cs typeface="Manrope"/>
                        </a:rPr>
                        <a:t>Проверить фичу B по требованиям.</a:t>
                      </a:r>
                    </a:p>
                  </a:txBody>
                  <a:tcPr marL="104775" marR="104775" marT="47625" marB="47625" anchor="ctr">
                    <a:solidFill>
                      <a:srgbClr val="FFFFFF"/>
                    </a:solidFill>
                  </a:tcPr>
                </a:tc>
              </a:tr>
              <a:tr h="434975">
                <a:tc>
                  <a:txBody>
                    <a:bodyPr/>
                    <a:lstStyle/>
                    <a:p>
                      <a:pPr algn="l">
                        <a:buNone/>
                      </a:pPr>
                      <a:r>
                        <a:rPr sz="1163" b="1">
                          <a:solidFill>
                            <a:srgbClr val="000000"/>
                          </a:solidFill>
                          <a:latin typeface="Manrope"/>
                          <a:ea typeface="Manrope"/>
                          <a:cs typeface="Manrope"/>
                        </a:rPr>
                        <a:t>Контекст</a:t>
                      </a:r>
                    </a:p>
                  </a:txBody>
                  <a:tcPr marL="104775" marR="104775" marT="47625" marB="47625" anchor="ctr">
                    <a:solidFill>
                      <a:srgbClr val="F2F2F2"/>
                    </a:solidFill>
                  </a:tcPr>
                </a:tc>
                <a:tc>
                  <a:txBody>
                    <a:bodyPr/>
                    <a:lstStyle/>
                    <a:p>
                      <a:pPr algn="l">
                        <a:buNone/>
                      </a:pPr>
                      <a:r>
                        <a:rPr sz="1163" b="0">
                          <a:solidFill>
                            <a:srgbClr val="000000"/>
                          </a:solidFill>
                          <a:latin typeface="Manrope"/>
                          <a:ea typeface="Manrope"/>
                          <a:cs typeface="Manrope"/>
                        </a:rPr>
                        <a:t>Описание B, diff, тесты, команда запуска и адрес сервиса.</a:t>
                      </a:r>
                    </a:p>
                  </a:txBody>
                  <a:tcPr marL="104775" marR="104775" marT="47625" marB="47625" anchor="ctr">
                    <a:solidFill>
                      <a:srgbClr val="F2F2F2"/>
                    </a:solidFill>
                  </a:tcPr>
                </a:tc>
              </a:tr>
              <a:tr h="434975">
                <a:tc>
                  <a:txBody>
                    <a:bodyPr/>
                    <a:lstStyle/>
                    <a:p>
                      <a:pPr algn="l">
                        <a:buNone/>
                      </a:pPr>
                      <a:r>
                        <a:rPr sz="1163" b="1">
                          <a:solidFill>
                            <a:srgbClr val="000000"/>
                          </a:solidFill>
                          <a:latin typeface="Manrope"/>
                          <a:ea typeface="Manrope"/>
                          <a:cs typeface="Manrope"/>
                        </a:rPr>
                        <a:t>Процедура</a:t>
                      </a:r>
                    </a:p>
                  </a:txBody>
                  <a:tcPr marL="104775" marR="104775" marT="47625" marB="47625" anchor="ctr">
                    <a:solidFill>
                      <a:srgbClr val="FFFFFF"/>
                    </a:solidFill>
                  </a:tcPr>
                </a:tc>
                <a:tc>
                  <a:txBody>
                    <a:bodyPr/>
                    <a:lstStyle/>
                    <a:p>
                      <a:pPr algn="l">
                        <a:buNone/>
                      </a:pPr>
                      <a:r>
                        <a:rPr sz="1163" b="0">
                          <a:solidFill>
                            <a:srgbClr val="000000"/>
                          </a:solidFill>
                          <a:latin typeface="Manrope"/>
                          <a:ea typeface="Manrope"/>
                          <a:cs typeface="Manrope"/>
                        </a:rPr>
                        <a:t>Выбрать сценарии, выполнить проверки, сравнить ожидание и факт.</a:t>
                      </a:r>
                    </a:p>
                  </a:txBody>
                  <a:tcPr marL="104775" marR="104775" marT="47625" marB="47625" anchor="ctr">
                    <a:solidFill>
                      <a:srgbClr val="FFFFFF"/>
                    </a:solidFill>
                  </a:tcPr>
                </a:tc>
              </a:tr>
              <a:tr h="434975">
                <a:tc>
                  <a:txBody>
                    <a:bodyPr/>
                    <a:lstStyle/>
                    <a:p>
                      <a:pPr algn="l">
                        <a:buNone/>
                      </a:pPr>
                      <a:r>
                        <a:rPr sz="1163" b="1">
                          <a:solidFill>
                            <a:srgbClr val="000000"/>
                          </a:solidFill>
                          <a:latin typeface="Manrope"/>
                          <a:ea typeface="Manrope"/>
                          <a:cs typeface="Manrope"/>
                        </a:rPr>
                        <a:t>Инструменты и права</a:t>
                      </a:r>
                    </a:p>
                  </a:txBody>
                  <a:tcPr marL="104775" marR="104775" marT="47625" marB="47625" anchor="ctr">
                    <a:solidFill>
                      <a:srgbClr val="F2F2F2"/>
                    </a:solidFill>
                  </a:tcPr>
                </a:tc>
                <a:tc>
                  <a:txBody>
                    <a:bodyPr/>
                    <a:lstStyle/>
                    <a:p>
                      <a:pPr algn="l">
                        <a:buNone/>
                      </a:pPr>
                      <a:r>
                        <a:rPr sz="1163" b="0">
                          <a:solidFill>
                            <a:srgbClr val="000000"/>
                          </a:solidFill>
                          <a:latin typeface="Manrope"/>
                          <a:ea typeface="Manrope"/>
                          <a:cs typeface="Manrope"/>
                        </a:rPr>
                        <a:t>Читать проект, запускать нужные проверки. Самостоятельно продукт не исправлять.</a:t>
                      </a:r>
                    </a:p>
                  </a:txBody>
                  <a:tcPr marL="104775" marR="104775" marT="47625" marB="47625" anchor="ctr">
                    <a:solidFill>
                      <a:srgbClr val="F2F2F2"/>
                    </a:solidFill>
                  </a:tcPr>
                </a:tc>
              </a:tr>
              <a:tr h="434975">
                <a:tc>
                  <a:txBody>
                    <a:bodyPr/>
                    <a:lstStyle/>
                    <a:p>
                      <a:pPr algn="l">
                        <a:buNone/>
                      </a:pPr>
                      <a:r>
                        <a:rPr sz="1163" b="1">
                          <a:solidFill>
                            <a:srgbClr val="000000"/>
                          </a:solidFill>
                          <a:latin typeface="Manrope"/>
                          <a:ea typeface="Manrope"/>
                          <a:cs typeface="Manrope"/>
                        </a:rPr>
                        <a:t>Результат</a:t>
                      </a:r>
                    </a:p>
                  </a:txBody>
                  <a:tcPr marL="104775" marR="104775" marT="47625" marB="47625" anchor="ctr">
                    <a:solidFill>
                      <a:srgbClr val="FFFFFF"/>
                    </a:solidFill>
                  </a:tcPr>
                </a:tc>
                <a:tc>
                  <a:txBody>
                    <a:bodyPr/>
                    <a:lstStyle/>
                    <a:p>
                      <a:pPr algn="l">
                        <a:buNone/>
                      </a:pPr>
                      <a:r>
                        <a:rPr sz="1163" b="0">
                          <a:solidFill>
                            <a:srgbClr val="000000"/>
                          </a:solidFill>
                          <a:latin typeface="Manrope"/>
                          <a:ea typeface="Manrope"/>
                          <a:cs typeface="Manrope"/>
                        </a:rPr>
                        <a:t>Проблемы, доказательства и непроверенные сценарии.</a:t>
                      </a:r>
                    </a:p>
                  </a:txBody>
                  <a:tcPr marL="104775" marR="104775" marT="47625" marB="47625" anchor="ctr">
                    <a:solidFill>
                      <a:srgbClr val="FFFFFF"/>
                    </a:solidFill>
                  </a:tcPr>
                </a:tc>
              </a:tr>
            </a:tbl>
          </a:graphicData>
        </a:graphic>
      </p:graphicFrame>
      <p:sp>
        <p:nvSpPr>
          <p:cNvPr id="6" name="При необходимости подключите подходящий testing- или review-skill">
            <a:extLst xmlns:a="http://schemas.openxmlformats.org/drawingml/2006/main">
              <a:ext uri="{FF2B5EF4-FFF2-40B4-BE49-F238E27FC236}">
                <a16:creationId xmlns:a16="http://schemas.microsoft.com/office/drawing/2014/main" id="{9CDD62B0-8ED5-4CD2-9063-9944A2CBDA97}"/>
              </a:ext>
            </a:extLst>
          </p:cNvPr>
          <p:cNvSpPr>
            <a:spLocks xmlns:a="http://schemas.openxmlformats.org/drawingml/2006/main" noGrp="1"/>
          </p:cNvSpPr>
          <p:nvPr/>
        </p:nvSpPr>
        <p:spPr>
          <a:xfrm xmlns:a="http://schemas.openxmlformats.org/drawingml/2006/main">
            <a:off x="571500" y="4162425"/>
            <a:ext cx="7953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Можно подключить testing- или review-skill под выбранную роль.</a:t>
            </a:r>
          </a:p>
        </p:txBody>
      </p:sp>
      <p:sp>
        <p:nvSpPr>
          <p:cNvPr id="7" name="Необязательный этап. На оценку не влияет; можно пропустить и пере">
            <a:extLst xmlns:a="http://schemas.openxmlformats.org/drawingml/2006/main">
              <a:ext uri="{FF2B5EF4-FFF2-40B4-BE49-F238E27FC236}">
                <a16:creationId xmlns:a16="http://schemas.microsoft.com/office/drawing/2014/main" id="{9DB1C41F-06BD-42AB-A9A4-1DAFA32FDDA8}"/>
              </a:ext>
            </a:extLst>
          </p:cNvPr>
          <p:cNvSpPr>
            <a:spLocks xmlns:a="http://schemas.openxmlformats.org/drawingml/2006/main" noGrp="1"/>
          </p:cNvSpPr>
          <p:nvPr/>
        </p:nvSpPr>
        <p:spPr>
          <a:xfrm xmlns:a="http://schemas.openxmlformats.org/drawingml/2006/main">
            <a:off x="571500" y="4572000"/>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454545"/>
                </a:solidFill>
                <a:latin typeface="Manrope"/>
                <a:ea typeface="Manrope"/>
                <a:cs typeface="Manrope"/>
              </a:defRPr>
            </a:pPr>
            <a:r>
              <a:rPr sz="863" b="0">
                <a:solidFill>
                  <a:srgbClr val="454545"/>
                </a:solidFill>
                <a:latin typeface="Manrope"/>
                <a:ea typeface="Manrope"/>
                <a:cs typeface="Manrope"/>
              </a:rPr>
              <a:t>Необязательный этап. На оценку не влияет; можно пропустить и перейти к фиче B.</a:t>
            </a:r>
          </a:p>
        </p:txBody>
      </p:sp>
    </p:spTree>
    <p:extLst>
      <p:ext uri="{BB962C8B-B14F-4D97-AF65-F5344CB8AC3E}">
        <p14:creationId xmlns:p14="http://schemas.microsoft.com/office/powerpoint/2010/main" val="10998273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abd04d21452422f"/>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6">
            <a:extLst xmlns:a="http://schemas.openxmlformats.org/drawingml/2006/main">
              <a:ext uri="{FF2B5EF4-FFF2-40B4-BE49-F238E27FC236}">
                <a16:creationId xmlns:a16="http://schemas.microsoft.com/office/drawing/2014/main" id="{E440D7D9-B5A9-4B0C-9BA7-D1E03F76F303}"/>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16</a:t>
            </a:r>
          </a:p>
        </p:txBody>
      </p:sp>
      <p:sp>
        <p:nvSpPr>
          <p:cNvPr id="3" name="Бонус · Создаём своего tester">
            <a:extLst xmlns:a="http://schemas.openxmlformats.org/drawingml/2006/main">
              <a:ext uri="{FF2B5EF4-FFF2-40B4-BE49-F238E27FC236}">
                <a16:creationId xmlns:a16="http://schemas.microsoft.com/office/drawing/2014/main" id="{577BA8A1-A1BC-4097-B150-92AB220C1D28}"/>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Бонус · Создаём своего tester</a:t>
            </a:r>
          </a:p>
        </p:txBody>
      </p:sp>
      <p:sp>
        <p:nvSpPr>
          <p:cNvPr id="4" name="Сейчас сохраняем профиль в проекте. Вызываем его после реализации">
            <a:extLst xmlns:a="http://schemas.openxmlformats.org/drawingml/2006/main">
              <a:ext uri="{FF2B5EF4-FFF2-40B4-BE49-F238E27FC236}">
                <a16:creationId xmlns:a16="http://schemas.microsoft.com/office/drawing/2014/main" id="{22C1ED5D-8481-4C6F-AAB8-206E6A26244C}"/>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Сейчас сохраняем профиль в проекте. Вызываем его после реализации B.</a:t>
            </a:r>
          </a:p>
        </p:txBody>
      </p:sp>
      <p:sp>
        <p:nvSpPr>
          <p:cNvPr id="5" name="В терминале проекта">
            <a:extLst xmlns:a="http://schemas.openxmlformats.org/drawingml/2006/main">
              <a:ext uri="{FF2B5EF4-FFF2-40B4-BE49-F238E27FC236}">
                <a16:creationId xmlns:a16="http://schemas.microsoft.com/office/drawing/2014/main" id="{5138F750-2F78-47C3-8E64-27745142200D}"/>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В терминале проекта</a:t>
            </a:r>
          </a:p>
        </p:txBody>
      </p:sp>
      <p:sp>
        <p:nvSpPr>
          <p:cNvPr id="6" name="Подложка Avito Start">
            <a:extLst xmlns:a="http://schemas.openxmlformats.org/drawingml/2006/main">
              <a:ext uri="{FF2B5EF4-FFF2-40B4-BE49-F238E27FC236}">
                <a16:creationId xmlns:a16="http://schemas.microsoft.com/office/drawing/2014/main" id="{D4CD26B2-3AC6-4B9D-8C58-83E5A4A8E6D4}"/>
              </a:ext>
            </a:extLst>
          </p:cNvPr>
          <p:cNvSpPr>
            <a:spLocks xmlns:a="http://schemas.openxmlformats.org/drawingml/2006/main" noGrp="1"/>
          </p:cNvSpPr>
          <p:nvPr/>
        </p:nvSpPr>
        <p:spPr>
          <a:xfrm xmlns:a="http://schemas.openxmlformats.org/drawingml/2006/main" rot="0">
            <a:off x="571500" y="1724025"/>
            <a:ext cx="5095875"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mkdir -p .opencode/agents&#10;# Сохраните tester.md из шаблона ниже&#10;o">
            <a:extLst xmlns:a="http://schemas.openxmlformats.org/drawingml/2006/main">
              <a:ext uri="{FF2B5EF4-FFF2-40B4-BE49-F238E27FC236}">
                <a16:creationId xmlns:a16="http://schemas.microsoft.com/office/drawing/2014/main" id="{1931ACAE-CD00-4B6B-9DA3-BA40580BB896}"/>
              </a:ext>
            </a:extLst>
          </p:cNvPr>
          <p:cNvSpPr>
            <a:spLocks xmlns:a="http://schemas.openxmlformats.org/drawingml/2006/main" noGrp="1"/>
          </p:cNvSpPr>
          <p:nvPr/>
        </p:nvSpPr>
        <p:spPr>
          <a:xfrm xmlns:a="http://schemas.openxmlformats.org/drawingml/2006/main">
            <a:off x="704850" y="1828800"/>
            <a:ext cx="48291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mkdir -p .opencode/agents</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 Сохраните tester.md из шаблона ниже</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opencode reload</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opencode debug agents</a:t>
            </a:r>
          </a:p>
        </p:txBody>
      </p:sp>
      <p:sp>
        <p:nvSpPr>
          <p:cNvPr id="8" name="Файл в проекте">
            <a:extLst xmlns:a="http://schemas.openxmlformats.org/drawingml/2006/main">
              <a:ext uri="{FF2B5EF4-FFF2-40B4-BE49-F238E27FC236}">
                <a16:creationId xmlns:a16="http://schemas.microsoft.com/office/drawing/2014/main" id="{A5E528F8-72E4-4FE8-BEFD-687C01D88990}"/>
              </a:ext>
            </a:extLst>
          </p:cNvPr>
          <p:cNvSpPr>
            <a:spLocks xmlns:a="http://schemas.openxmlformats.org/drawingml/2006/main" noGrp="1"/>
          </p:cNvSpPr>
          <p:nvPr/>
        </p:nvSpPr>
        <p:spPr>
          <a:xfrm xmlns:a="http://schemas.openxmlformats.org/drawingml/2006/main">
            <a:off x="5886450" y="16859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Файл в проекте</a:t>
            </a:r>
          </a:p>
        </p:txBody>
      </p:sp>
      <p:sp>
        <p:nvSpPr>
          <p:cNvPr id="9" name=".opencode/agents/tester.md&#10;mode: subagent, инструкции и права.">
            <a:extLst xmlns:a="http://schemas.openxmlformats.org/drawingml/2006/main">
              <a:ext uri="{FF2B5EF4-FFF2-40B4-BE49-F238E27FC236}">
                <a16:creationId xmlns:a16="http://schemas.microsoft.com/office/drawing/2014/main" id="{A5AA620D-7056-429D-A954-09F16513780B}"/>
              </a:ext>
            </a:extLst>
          </p:cNvPr>
          <p:cNvSpPr>
            <a:spLocks xmlns:a="http://schemas.openxmlformats.org/drawingml/2006/main" noGrp="1"/>
          </p:cNvSpPr>
          <p:nvPr/>
        </p:nvSpPr>
        <p:spPr>
          <a:xfrm xmlns:a="http://schemas.openxmlformats.org/drawingml/2006/main">
            <a:off x="5886450" y="200977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.opencode/agents/tester.md</a:t>
            </a:r>
          </a:p>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mode: subagent, инструкции и права.</a:t>
            </a:r>
          </a:p>
        </p:txBody>
      </p:sp>
      <p:sp>
        <p:nvSpPr>
          <p:cNvPr id="10" name="Перед worktree B">
            <a:extLst xmlns:a="http://schemas.openxmlformats.org/drawingml/2006/main">
              <a:ext uri="{FF2B5EF4-FFF2-40B4-BE49-F238E27FC236}">
                <a16:creationId xmlns:a16="http://schemas.microsoft.com/office/drawing/2014/main" id="{AFAAE8AE-8AE8-4CB0-8ED8-D2BD46480A59}"/>
              </a:ext>
            </a:extLst>
          </p:cNvPr>
          <p:cNvSpPr>
            <a:spLocks xmlns:a="http://schemas.openxmlformats.org/drawingml/2006/main" noGrp="1"/>
          </p:cNvSpPr>
          <p:nvPr/>
        </p:nvSpPr>
        <p:spPr>
          <a:xfrm xmlns:a="http://schemas.openxmlformats.org/drawingml/2006/main">
            <a:off x="5886450" y="2762250"/>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Перед worktree B</a:t>
            </a:r>
          </a:p>
        </p:txBody>
      </p:sp>
      <p:sp>
        <p:nvSpPr>
          <p:cNvPr id="11" name="Убедитесь, что tester обнаружен. Сохраните профиль и настройки в ">
            <a:extLst xmlns:a="http://schemas.openxmlformats.org/drawingml/2006/main">
              <a:ext uri="{FF2B5EF4-FFF2-40B4-BE49-F238E27FC236}">
                <a16:creationId xmlns:a16="http://schemas.microsoft.com/office/drawing/2014/main" id="{09FD39F0-58D0-427D-AFE0-ACF1043F0B2D}"/>
              </a:ext>
            </a:extLst>
          </p:cNvPr>
          <p:cNvSpPr>
            <a:spLocks xmlns:a="http://schemas.openxmlformats.org/drawingml/2006/main" noGrp="1"/>
          </p:cNvSpPr>
          <p:nvPr/>
        </p:nvSpPr>
        <p:spPr>
          <a:xfrm xmlns:a="http://schemas.openxmlformats.org/drawingml/2006/main">
            <a:off x="5886450" y="3086100"/>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Убедитесь, что tester обнаружен. Сохраните профиль и настройки в commit.</a:t>
            </a:r>
          </a:p>
        </p:txBody>
      </p:sp>
      <p:sp>
        <p:nvSpPr>
          <p:cNvPr id="12" name="Проверка: В списке есть tester (subagent), а профиль сохранён вме">
            <a:extLst xmlns:a="http://schemas.openxmlformats.org/drawingml/2006/main">
              <a:ext uri="{FF2B5EF4-FFF2-40B4-BE49-F238E27FC236}">
                <a16:creationId xmlns:a16="http://schemas.microsoft.com/office/drawing/2014/main" id="{7FEECD51-3F5C-4301-ACD4-1262396CEC09}"/>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В списке есть tester (subagent), а профиль сохранён вместе с проектом.</a:t>
            </a:r>
          </a:p>
        </p:txBody>
      </p:sp>
      <p:sp>
        <p:nvSpPr>
          <p:cNvPr id="13" name="Шаблон tester">
            <a:extLst xmlns:a="http://schemas.openxmlformats.org/drawingml/2006/main">
              <a:ext uri="{FF2B5EF4-FFF2-40B4-BE49-F238E27FC236}">
                <a16:creationId xmlns:a16="http://schemas.microsoft.com/office/drawing/2014/main" id="{03CB4ADA-8B1F-45BF-AFBE-85B7DC9C3E11}"/>
              </a:ext>
            </a:extLst>
          </p:cNvPr>
          <p:cNvSpPr>
            <a:spLocks xmlns:a="http://schemas.openxmlformats.org/drawingml/2006/main" noGrp="1"/>
          </p:cNvSpPr>
          <p:nvPr/>
        </p:nvSpPr>
        <p:spPr>
          <a:xfrm xmlns:a="http://schemas.openxmlformats.org/drawingml/2006/main">
            <a:off x="571500" y="435292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4f5b664dbc334110"/>
              </a:rPr>
              <a:t>Шаблон tester</a:t>
            </a:r>
          </a:p>
        </p:txBody>
      </p:sp>
      <p:sp>
        <p:nvSpPr>
          <p:cNvPr id="14" name="OpenCode 2: агенты">
            <a:extLst xmlns:a="http://schemas.openxmlformats.org/drawingml/2006/main">
              <a:ext uri="{FF2B5EF4-FFF2-40B4-BE49-F238E27FC236}">
                <a16:creationId xmlns:a16="http://schemas.microsoft.com/office/drawing/2014/main" id="{723A1F34-B732-4F35-AA97-32C6C4D7EF37}"/>
              </a:ext>
            </a:extLst>
          </p:cNvPr>
          <p:cNvSpPr>
            <a:spLocks xmlns:a="http://schemas.openxmlformats.org/drawingml/2006/main" noGrp="1"/>
          </p:cNvSpPr>
          <p:nvPr/>
        </p:nvSpPr>
        <p:spPr>
          <a:xfrm xmlns:a="http://schemas.openxmlformats.org/drawingml/2006/main">
            <a:off x="4619625" y="435292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d590647d858249ec"/>
              </a:rPr>
              <a:t>OpenCode 2: агенты</a:t>
            </a:r>
          </a:p>
        </p:txBody>
      </p:sp>
      <p:sp>
        <p:nvSpPr>
          <p:cNvPr id="15" name="В OpenCode 2.0.20 мастера agent create нет. Создаём профиль файло">
            <a:extLst xmlns:a="http://schemas.openxmlformats.org/drawingml/2006/main">
              <a:ext uri="{FF2B5EF4-FFF2-40B4-BE49-F238E27FC236}">
                <a16:creationId xmlns:a16="http://schemas.microsoft.com/office/drawing/2014/main" id="{F6C01F13-1653-4B7C-AD81-FF52F9C88724}"/>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В OpenCode 2.0.20 мастера agent create нет. Создаём профиль файлом; вызываем после реализации B.</a:t>
            </a:r>
          </a:p>
        </p:txBody>
      </p:sp>
    </p:spTree>
    <p:extLst>
      <p:ext uri="{BB962C8B-B14F-4D97-AF65-F5344CB8AC3E}">
        <p14:creationId xmlns:p14="http://schemas.microsoft.com/office/powerpoint/2010/main" val="13889860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28a72b7a44e4b6a"/>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7">
            <a:extLst xmlns:a="http://schemas.openxmlformats.org/drawingml/2006/main">
              <a:ext uri="{FF2B5EF4-FFF2-40B4-BE49-F238E27FC236}">
                <a16:creationId xmlns:a16="http://schemas.microsoft.com/office/drawing/2014/main" id="{14D6398B-B879-4E9C-8818-E8CB03D747F0}"/>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17</a:t>
            </a:r>
          </a:p>
        </p:txBody>
      </p:sp>
      <p:sp>
        <p:nvSpPr>
          <p:cNvPr id="3" name="Этап 5&#10;Делаем B отдельно">
            <a:extLst xmlns:a="http://schemas.openxmlformats.org/drawingml/2006/main">
              <a:ext uri="{FF2B5EF4-FFF2-40B4-BE49-F238E27FC236}">
                <a16:creationId xmlns:a16="http://schemas.microsoft.com/office/drawing/2014/main" id="{33F3CBEC-EB86-4440-AEB1-08482373A222}"/>
              </a:ext>
            </a:extLst>
          </p:cNvPr>
          <p:cNvSpPr>
            <a:spLocks xmlns:a="http://schemas.openxmlformats.org/drawingml/2006/main" noGrp="1"/>
          </p:cNvSpPr>
          <p:nvPr/>
        </p:nvSpPr>
        <p:spPr>
          <a:xfrm xmlns:a="http://schemas.openxmlformats.org/drawingml/2006/main">
            <a:off x="762000" y="1066800"/>
            <a:ext cx="762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Этап 5</a:t>
            </a:r>
          </a:p>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Делаем B отдельно</a:t>
            </a:r>
          </a:p>
        </p:txBody>
      </p:sp>
      <p:sp>
        <p:nvSpPr>
          <p:cNvPr id="4" name="Подложка Avito Start">
            <a:extLst xmlns:a="http://schemas.openxmlformats.org/drawingml/2006/main">
              <a:ext uri="{FF2B5EF4-FFF2-40B4-BE49-F238E27FC236}">
                <a16:creationId xmlns:a16="http://schemas.microsoft.com/office/drawing/2014/main" id="{39C6B661-11F6-4B94-8665-8460AD7EA08F}"/>
              </a:ext>
            </a:extLst>
          </p:cNvPr>
          <p:cNvSpPr>
            <a:spLocks xmlns:a="http://schemas.openxmlformats.org/drawingml/2006/main" noGrp="1"/>
          </p:cNvSpPr>
          <p:nvPr/>
        </p:nvSpPr>
        <p:spPr>
          <a:xfrm xmlns:a="http://schemas.openxmlformats.org/drawingml/2006/main" rot="180000">
            <a:off x="952500" y="2524125"/>
            <a:ext cx="7239000" cy="1019175"/>
          </a:xfrm>
          <a:prstGeom xmlns:a="http://schemas.openxmlformats.org/drawingml/2006/main" prst="rect">
            <a:avLst/>
          </a:prstGeom>
          <a:solidFill xmlns:a="http://schemas.openxmlformats.org/drawingml/2006/main">
            <a:srgbClr val="00E160"/>
          </a:solidFill>
          <a:ln xmlns:a="http://schemas.openxmlformats.org/drawingml/2006/main" w="0">
            <a:noFill/>
          </a:ln>
        </p:spPr>
      </p:sp>
      <p:sp>
        <p:nvSpPr>
          <p:cNvPr id="5" name="25 минут · Вторая фича готова к объединению.">
            <a:extLst xmlns:a="http://schemas.openxmlformats.org/drawingml/2006/main">
              <a:ext uri="{FF2B5EF4-FFF2-40B4-BE49-F238E27FC236}">
                <a16:creationId xmlns:a16="http://schemas.microsoft.com/office/drawing/2014/main" id="{8091D0D6-CBD1-4FB1-A311-9452F0AFFE08}"/>
              </a:ext>
            </a:extLst>
          </p:cNvPr>
          <p:cNvSpPr>
            <a:spLocks xmlns:a="http://schemas.openxmlformats.org/drawingml/2006/main" noGrp="1"/>
          </p:cNvSpPr>
          <p:nvPr/>
        </p:nvSpPr>
        <p:spPr>
          <a:xfrm xmlns:a="http://schemas.openxmlformats.org/drawingml/2006/main">
            <a:off x="1219200" y="2686050"/>
            <a:ext cx="674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75" b="0">
                <a:solidFill>
                  <a:srgbClr val="000000"/>
                </a:solidFill>
                <a:latin typeface="Manrope"/>
                <a:ea typeface="Manrope"/>
                <a:cs typeface="Manrope"/>
              </a:defRPr>
            </a:pPr>
            <a:r>
              <a:rPr sz="1875" b="0">
                <a:solidFill>
                  <a:srgbClr val="000000"/>
                </a:solidFill>
                <a:latin typeface="Manrope"/>
                <a:ea typeface="Manrope"/>
                <a:cs typeface="Manrope"/>
              </a:rPr>
              <a:t>25 минут · Вторая фича готова к объединению.</a:t>
            </a:r>
          </a:p>
        </p:txBody>
      </p:sp>
      <p:sp>
        <p:nvSpPr>
          <p:cNvPr id="6" name="Сейчас: Worktree, короткое поручение и subagent review.&#10;Готово, к">
            <a:extLst xmlns:a="http://schemas.openxmlformats.org/drawingml/2006/main">
              <a:ext uri="{FF2B5EF4-FFF2-40B4-BE49-F238E27FC236}">
                <a16:creationId xmlns:a16="http://schemas.microsoft.com/office/drawing/2014/main" id="{8ED1C44F-F5EE-4472-8FBE-9205C621FA27}"/>
              </a:ext>
            </a:extLst>
          </p:cNvPr>
          <p:cNvSpPr>
            <a:spLocks xmlns:a="http://schemas.openxmlformats.org/drawingml/2006/main" noGrp="1"/>
          </p:cNvSpPr>
          <p:nvPr/>
        </p:nvSpPr>
        <p:spPr>
          <a:xfrm xmlns:a="http://schemas.openxmlformats.org/drawingml/2006/main">
            <a:off x="1257300" y="3705225"/>
            <a:ext cx="6705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Сейчас: Worktree, короткое поручение и subagent review.</a:t>
            </a:r>
          </a:p>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Готово, когда: B проверена; A сохранила поведение.</a:t>
            </a:r>
          </a:p>
        </p:txBody>
      </p:sp>
    </p:spTree>
    <p:extLst>
      <p:ext uri="{BB962C8B-B14F-4D97-AF65-F5344CB8AC3E}">
        <p14:creationId xmlns:p14="http://schemas.microsoft.com/office/powerpoint/2010/main" val="13889860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29a658e2eec40a3"/>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8">
            <a:extLst xmlns:a="http://schemas.openxmlformats.org/drawingml/2006/main">
              <a:ext uri="{FF2B5EF4-FFF2-40B4-BE49-F238E27FC236}">
                <a16:creationId xmlns:a16="http://schemas.microsoft.com/office/drawing/2014/main" id="{1E586BBD-EB11-4381-8B5F-5363BB491751}"/>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18</a:t>
            </a:r>
          </a:p>
        </p:txBody>
      </p:sp>
      <p:sp>
        <p:nvSpPr>
          <p:cNvPr id="3" name="​5.1 · Создаём worktree для B">
            <a:extLst xmlns:a="http://schemas.openxmlformats.org/drawingml/2006/main">
              <a:ext uri="{FF2B5EF4-FFF2-40B4-BE49-F238E27FC236}">
                <a16:creationId xmlns:a16="http://schemas.microsoft.com/office/drawing/2014/main" id="{2297C1F3-D9AF-44E3-852F-94EBDA85B035}"/>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​5.1 · Создаём worktree для B</a:t>
            </a:r>
          </a:p>
        </p:txBody>
      </p:sp>
      <p:sp>
        <p:nvSpPr>
          <p:cNvPr id="4" name="Сохраните A и настройки в commit: AGENTS, skill, MCP, style guide">
            <a:extLst xmlns:a="http://schemas.openxmlformats.org/drawingml/2006/main">
              <a:ext uri="{FF2B5EF4-FFF2-40B4-BE49-F238E27FC236}">
                <a16:creationId xmlns:a16="http://schemas.microsoft.com/office/drawing/2014/main" id="{15D6DA1A-1674-4C2B-A381-656C9BBD9ACF}"/>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Сохраните A и настройки в commit: AGENTS, skill, MCP, style guide, hook, runner и профиль, если он есть.</a:t>
            </a:r>
          </a:p>
        </p:txBody>
      </p:sp>
      <p:sp>
        <p:nvSpPr>
          <p:cNvPr id="5" name="После commit · имена ветки и каталога должны быть свободны">
            <a:extLst xmlns:a="http://schemas.openxmlformats.org/drawingml/2006/main">
              <a:ext uri="{FF2B5EF4-FFF2-40B4-BE49-F238E27FC236}">
                <a16:creationId xmlns:a16="http://schemas.microsoft.com/office/drawing/2014/main" id="{0CBBC881-4131-4A9A-800D-AD10FAD632A6}"/>
              </a:ext>
            </a:extLst>
          </p:cNvPr>
          <p:cNvSpPr>
            <a:spLocks xmlns:a="http://schemas.openxmlformats.org/drawingml/2006/main" noGrp="1"/>
          </p:cNvSpPr>
          <p:nvPr/>
        </p:nvSpPr>
        <p:spPr>
          <a:xfrm xmlns:a="http://schemas.openxmlformats.org/drawingml/2006/main">
            <a:off x="571500" y="143827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После commit · имена ветки и каталога должны быть свободны</a:t>
            </a:r>
          </a:p>
        </p:txBody>
      </p:sp>
      <p:sp>
        <p:nvSpPr>
          <p:cNvPr id="6" name="Подложка Avito Start">
            <a:extLst xmlns:a="http://schemas.openxmlformats.org/drawingml/2006/main">
              <a:ext uri="{FF2B5EF4-FFF2-40B4-BE49-F238E27FC236}">
                <a16:creationId xmlns:a16="http://schemas.microsoft.com/office/drawing/2014/main" id="{BF9240C6-7C53-47DD-B37E-B8B8BBD175D3}"/>
              </a:ext>
            </a:extLst>
          </p:cNvPr>
          <p:cNvSpPr>
            <a:spLocks xmlns:a="http://schemas.openxmlformats.org/drawingml/2006/main" noGrp="1"/>
          </p:cNvSpPr>
          <p:nvPr/>
        </p:nvSpPr>
        <p:spPr>
          <a:xfrm xmlns:a="http://schemas.openxmlformats.org/drawingml/2006/main" rot="0">
            <a:off x="571500" y="1724025"/>
            <a:ext cx="8001000"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git worktree add -b practice-04-b ../project-p4-b HEAD&#10;cd ../proj">
            <a:extLst xmlns:a="http://schemas.openxmlformats.org/drawingml/2006/main">
              <a:ext uri="{FF2B5EF4-FFF2-40B4-BE49-F238E27FC236}">
                <a16:creationId xmlns:a16="http://schemas.microsoft.com/office/drawing/2014/main" id="{D62583EB-E55B-4E01-A094-A28C7BD43534}"/>
              </a:ext>
            </a:extLst>
          </p:cNvPr>
          <p:cNvSpPr>
            <a:spLocks xmlns:a="http://schemas.openxmlformats.org/drawingml/2006/main" noGrp="1"/>
          </p:cNvSpPr>
          <p:nvPr/>
        </p:nvSpPr>
        <p:spPr>
          <a:xfrm xmlns:a="http://schemas.openxmlformats.org/drawingml/2006/main">
            <a:off x="704850" y="1828800"/>
            <a:ext cx="77343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worktree add -b practice-04-b ../project-p4-b HEAD</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cd ../project-p4-b</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pwd</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status --short</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 Подготовьте зависимости этой рабочей копии</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opencode</a:t>
            </a:r>
          </a:p>
        </p:txBody>
      </p:sp>
      <p:sp>
        <p:nvSpPr>
          <p:cNvPr id="8" name="Проверка: Агент открыт в каталоге B. Правила, skill, MCP и hook д">
            <a:extLst xmlns:a="http://schemas.openxmlformats.org/drawingml/2006/main">
              <a:ext uri="{FF2B5EF4-FFF2-40B4-BE49-F238E27FC236}">
                <a16:creationId xmlns:a16="http://schemas.microsoft.com/office/drawing/2014/main" id="{87874BBE-03F5-4E34-8749-8258BD916E11}"/>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Агент открыт в каталоге B. Правила, skill, MCP и hook доступны.</a:t>
            </a:r>
          </a:p>
        </p:txBody>
      </p:sp>
      <p:sp>
        <p:nvSpPr>
          <p:cNvPr id="9" name="Git worktree">
            <a:extLst xmlns:a="http://schemas.openxmlformats.org/drawingml/2006/main">
              <a:ext uri="{FF2B5EF4-FFF2-40B4-BE49-F238E27FC236}">
                <a16:creationId xmlns:a16="http://schemas.microsoft.com/office/drawing/2014/main" id="{4E767A69-5300-4989-9E67-96684BB09E64}"/>
              </a:ext>
            </a:extLst>
          </p:cNvPr>
          <p:cNvSpPr>
            <a:spLocks xmlns:a="http://schemas.openxmlformats.org/drawingml/2006/main" noGrp="1"/>
          </p:cNvSpPr>
          <p:nvPr/>
        </p:nvSpPr>
        <p:spPr>
          <a:xfrm xmlns:a="http://schemas.openxmlformats.org/drawingml/2006/main">
            <a:off x="571500" y="43529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09f8345f95f84e57"/>
              </a:rPr>
              <a:t>Git worktree</a:t>
            </a:r>
          </a:p>
        </p:txBody>
      </p:sp>
      <p:sp>
        <p:nvSpPr>
          <p:cNvPr id="10" name="Worktree не переносит .venv и не изолирует порты, БД или права пр">
            <a:extLst xmlns:a="http://schemas.openxmlformats.org/drawingml/2006/main">
              <a:ext uri="{FF2B5EF4-FFF2-40B4-BE49-F238E27FC236}">
                <a16:creationId xmlns:a16="http://schemas.microsoft.com/office/drawing/2014/main" id="{5B5A272B-68DD-4CFC-96ED-EF16636B1EF1}"/>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Worktree не переносит .venv и не изолирует порты, БД или права процесса.</a:t>
            </a:r>
          </a:p>
        </p:txBody>
      </p:sp>
    </p:spTree>
    <p:extLst>
      <p:ext uri="{BB962C8B-B14F-4D97-AF65-F5344CB8AC3E}">
        <p14:creationId xmlns:p14="http://schemas.microsoft.com/office/powerpoint/2010/main" val="13889860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7676eb5cd6e419e"/>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19">
            <a:extLst xmlns:a="http://schemas.openxmlformats.org/drawingml/2006/main">
              <a:ext uri="{FF2B5EF4-FFF2-40B4-BE49-F238E27FC236}">
                <a16:creationId xmlns:a16="http://schemas.microsoft.com/office/drawing/2014/main" id="{55263AC7-2136-4B07-A857-E56F82FB4C8F}"/>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19</a:t>
            </a:r>
          </a:p>
        </p:txBody>
      </p:sp>
      <p:sp>
        <p:nvSpPr>
          <p:cNvPr id="3" name="​5.2 · Делаем B и получаем отдельное review">
            <a:extLst xmlns:a="http://schemas.openxmlformats.org/drawingml/2006/main">
              <a:ext uri="{FF2B5EF4-FFF2-40B4-BE49-F238E27FC236}">
                <a16:creationId xmlns:a16="http://schemas.microsoft.com/office/drawing/2014/main" id="{87CB39E0-2C7E-4BEE-B535-FF621BF5D73B}"/>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​5.2 · Делаем B и получаем отдельное review</a:t>
            </a:r>
          </a:p>
        </p:txBody>
      </p:sp>
      <p:sp>
        <p:nvSpPr>
          <p:cNvPr id="4" name="Новый чат получает актуальные правила. После изменения передаём п">
            <a:extLst xmlns:a="http://schemas.openxmlformats.org/drawingml/2006/main">
              <a:ext uri="{FF2B5EF4-FFF2-40B4-BE49-F238E27FC236}">
                <a16:creationId xmlns:a16="http://schemas.microsoft.com/office/drawing/2014/main" id="{9A388E7B-5545-45ED-9DF3-EF61752AB80B}"/>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Новый чат получает актуальные правила. После изменения передаём проверку другому исполнителю.</a:t>
            </a:r>
          </a:p>
        </p:txBody>
      </p:sp>
      <p:sp>
        <p:nvSpPr>
          <p:cNvPr id="5" name="Сообщение 1 · реализация B">
            <a:extLst xmlns:a="http://schemas.openxmlformats.org/drawingml/2006/main">
              <a:ext uri="{FF2B5EF4-FFF2-40B4-BE49-F238E27FC236}">
                <a16:creationId xmlns:a16="http://schemas.microsoft.com/office/drawing/2014/main" id="{659ABE44-37D6-4A9D-B11A-5E964435CC95}"/>
              </a:ext>
            </a:extLst>
          </p:cNvPr>
          <p:cNvSpPr>
            <a:spLocks xmlns:a="http://schemas.openxmlformats.org/drawingml/2006/main" noGrp="1"/>
          </p:cNvSpPr>
          <p:nvPr/>
        </p:nvSpPr>
        <p:spPr>
          <a:xfrm xmlns:a="http://schemas.openxmlformats.org/drawingml/2006/main">
            <a:off x="571500" y="1438275"/>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Сообщение 1 · реализация B</a:t>
            </a:r>
          </a:p>
        </p:txBody>
      </p:sp>
      <p:sp>
        <p:nvSpPr>
          <p:cNvPr id="6" name="Подложка Avito Start">
            <a:extLst xmlns:a="http://schemas.openxmlformats.org/drawingml/2006/main">
              <a:ext uri="{FF2B5EF4-FFF2-40B4-BE49-F238E27FC236}">
                <a16:creationId xmlns:a16="http://schemas.microsoft.com/office/drawing/2014/main" id="{39C3C345-4E30-4428-A9C2-53D0F7735CB3}"/>
              </a:ext>
            </a:extLst>
          </p:cNvPr>
          <p:cNvSpPr>
            <a:spLocks xmlns:a="http://schemas.openxmlformats.org/drawingml/2006/main" noGrp="1"/>
          </p:cNvSpPr>
          <p:nvPr/>
        </p:nvSpPr>
        <p:spPr>
          <a:xfrm xmlns:a="http://schemas.openxmlformats.org/drawingml/2006/main" rot="0">
            <a:off x="571500" y="1724025"/>
            <a:ext cx="5095875"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Реализуй B по требованиям проекта.&#10;Прочитай AGENTS.md и style gui">
            <a:extLst xmlns:a="http://schemas.openxmlformats.org/drawingml/2006/main">
              <a:ext uri="{FF2B5EF4-FFF2-40B4-BE49-F238E27FC236}">
                <a16:creationId xmlns:a16="http://schemas.microsoft.com/office/drawing/2014/main" id="{BD50E9A7-4BA0-426A-B6E5-46CF41BEA8DC}"/>
              </a:ext>
            </a:extLst>
          </p:cNvPr>
          <p:cNvSpPr>
            <a:spLocks xmlns:a="http://schemas.openxmlformats.org/drawingml/2006/main" noGrp="1"/>
          </p:cNvSpPr>
          <p:nvPr/>
        </p:nvSpPr>
        <p:spPr>
          <a:xfrm xmlns:a="http://schemas.openxmlformats.org/drawingml/2006/main">
            <a:off x="704850" y="1828800"/>
            <a:ext cx="48291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Реализуй B по требованиям проекта.</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Прочитай AGENTS.md и style guide.</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Сохрани сценарии A.</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Покажи результаты проверок.</a:t>
            </a:r>
          </a:p>
        </p:txBody>
      </p:sp>
      <p:sp>
        <p:nvSpPr>
          <p:cNvPr id="8" name="После завершения B">
            <a:extLst xmlns:a="http://schemas.openxmlformats.org/drawingml/2006/main">
              <a:ext uri="{FF2B5EF4-FFF2-40B4-BE49-F238E27FC236}">
                <a16:creationId xmlns:a16="http://schemas.microsoft.com/office/drawing/2014/main" id="{8764A690-2B43-447A-AD7F-2695C63D94C6}"/>
              </a:ext>
            </a:extLst>
          </p:cNvPr>
          <p:cNvSpPr>
            <a:spLocks xmlns:a="http://schemas.openxmlformats.org/drawingml/2006/main" noGrp="1"/>
          </p:cNvSpPr>
          <p:nvPr/>
        </p:nvSpPr>
        <p:spPr>
          <a:xfrm xmlns:a="http://schemas.openxmlformats.org/drawingml/2006/main">
            <a:off x="5886450" y="1685925"/>
            <a:ext cx="2533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425" b="1">
                <a:solidFill>
                  <a:srgbClr val="000000"/>
                </a:solidFill>
                <a:latin typeface="Manrope"/>
                <a:ea typeface="Manrope"/>
                <a:cs typeface="Manrope"/>
              </a:defRPr>
            </a:pPr>
            <a:r>
              <a:rPr sz="1425" b="1">
                <a:solidFill>
                  <a:srgbClr val="000000"/>
                </a:solidFill>
                <a:latin typeface="Manrope"/>
                <a:ea typeface="Manrope"/>
                <a:cs typeface="Manrope"/>
              </a:rPr>
              <a:t>После завершения B</a:t>
            </a:r>
          </a:p>
        </p:txBody>
      </p:sp>
      <p:sp>
        <p:nvSpPr>
          <p:cNvPr id="9" name="@explore Проверь diff B по требованиям. Назови подтверждённые про">
            <a:extLst xmlns:a="http://schemas.openxmlformats.org/drawingml/2006/main">
              <a:ext uri="{FF2B5EF4-FFF2-40B4-BE49-F238E27FC236}">
                <a16:creationId xmlns:a16="http://schemas.microsoft.com/office/drawing/2014/main" id="{4FEC2CB2-B32A-4E2C-B02E-CF0005E2AC3F}"/>
              </a:ext>
            </a:extLst>
          </p:cNvPr>
          <p:cNvSpPr>
            <a:spLocks xmlns:a="http://schemas.openxmlformats.org/drawingml/2006/main" noGrp="1"/>
          </p:cNvSpPr>
          <p:nvPr/>
        </p:nvSpPr>
        <p:spPr>
          <a:xfrm xmlns:a="http://schemas.openxmlformats.org/drawingml/2006/main">
            <a:off x="5886450" y="200977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163" b="0">
                <a:solidFill>
                  <a:srgbClr val="454545"/>
                </a:solidFill>
                <a:latin typeface="Manrope"/>
                <a:ea typeface="Manrope"/>
                <a:cs typeface="Manrope"/>
              </a:defRPr>
            </a:pPr>
            <a:r>
              <a:rPr sz="1163" b="0">
                <a:solidFill>
                  <a:srgbClr val="454545"/>
                </a:solidFill>
                <a:latin typeface="Manrope"/>
                <a:ea typeface="Manrope"/>
                <a:cs typeface="Manrope"/>
              </a:rPr>
              <a:t>@explore Проверь diff B по требованиям. Назови подтверждённые проблемы. Файлы не меняй.</a:t>
            </a:r>
          </a:p>
        </p:txBody>
      </p:sp>
      <p:sp>
        <p:nvSpPr>
          <p:cNvPr id="10" name="Проверка: Виден отдельный вызов subagent и ваше решение по его за">
            <a:extLst xmlns:a="http://schemas.openxmlformats.org/drawingml/2006/main">
              <a:ext uri="{FF2B5EF4-FFF2-40B4-BE49-F238E27FC236}">
                <a16:creationId xmlns:a16="http://schemas.microsoft.com/office/drawing/2014/main" id="{275874F0-8B8E-4619-835A-F206C1CD3CED}"/>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Виден отдельный вызов subagent и ваше решение по его замечаниям.</a:t>
            </a:r>
          </a:p>
        </p:txBody>
      </p:sp>
      <p:sp>
        <p:nvSpPr>
          <p:cNvPr id="11" name="OpenCode 2: агенты">
            <a:extLst xmlns:a="http://schemas.openxmlformats.org/drawingml/2006/main">
              <a:ext uri="{FF2B5EF4-FFF2-40B4-BE49-F238E27FC236}">
                <a16:creationId xmlns:a16="http://schemas.microsoft.com/office/drawing/2014/main" id="{230993BC-CAC9-4A2E-9932-36E3FD063184}"/>
              </a:ext>
            </a:extLst>
          </p:cNvPr>
          <p:cNvSpPr>
            <a:spLocks xmlns:a="http://schemas.openxmlformats.org/drawingml/2006/main" noGrp="1"/>
          </p:cNvSpPr>
          <p:nvPr/>
        </p:nvSpPr>
        <p:spPr>
          <a:xfrm xmlns:a="http://schemas.openxmlformats.org/drawingml/2006/main">
            <a:off x="571500" y="43529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050" b="0">
                <a:solidFill>
                  <a:srgbClr val="000000"/>
                </a:solidFill>
                <a:latin typeface="Manrope"/>
                <a:ea typeface="Manrope"/>
                <a:cs typeface="Manrope"/>
              </a:defRPr>
            </a:pPr>
            <a:r>
              <a:rPr sz="1050" b="0">
                <a:solidFill>
                  <a:srgbClr val="000000"/>
                </a:solidFill>
                <a:latin typeface="Manrope"/>
                <a:ea typeface="Manrope"/>
                <a:cs typeface="Manrope"/>
                <a:hlinkClick xmlns:r="http://schemas.openxmlformats.org/officeDocument/2006/relationships" r:id="R18a8afa435bd4e0b"/>
              </a:rPr>
              <a:t>OpenCode 2: агенты</a:t>
            </a:r>
          </a:p>
        </p:txBody>
      </p:sp>
      <p:sp>
        <p:nvSpPr>
          <p:cNvPr id="12" name="Если создали tester, используйте @tester с поручением запустить п">
            <a:extLst xmlns:a="http://schemas.openxmlformats.org/drawingml/2006/main">
              <a:ext uri="{FF2B5EF4-FFF2-40B4-BE49-F238E27FC236}">
                <a16:creationId xmlns:a16="http://schemas.microsoft.com/office/drawing/2014/main" id="{2F00836A-0A60-4407-8934-C9B9A7D22D8A}"/>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Если создали tester, используйте @tester с поручением запустить проверки.</a:t>
            </a:r>
          </a:p>
        </p:txBody>
      </p:sp>
    </p:spTree>
    <p:extLst>
      <p:ext uri="{BB962C8B-B14F-4D97-AF65-F5344CB8AC3E}">
        <p14:creationId xmlns:p14="http://schemas.microsoft.com/office/powerpoint/2010/main" val="13889860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cdf7ae330a2486f"/>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0">
            <a:extLst xmlns:a="http://schemas.openxmlformats.org/drawingml/2006/main">
              <a:ext uri="{FF2B5EF4-FFF2-40B4-BE49-F238E27FC236}">
                <a16:creationId xmlns:a16="http://schemas.microsoft.com/office/drawing/2014/main" id="{7D72E3A4-63FE-4089-95F2-989ED4833BAD}"/>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20</a:t>
            </a:r>
          </a:p>
        </p:txBody>
      </p:sp>
      <p:sp>
        <p:nvSpPr>
          <p:cNvPr id="3" name="Этап 6&#10;Объединяем и передаём">
            <a:extLst xmlns:a="http://schemas.openxmlformats.org/drawingml/2006/main">
              <a:ext uri="{FF2B5EF4-FFF2-40B4-BE49-F238E27FC236}">
                <a16:creationId xmlns:a16="http://schemas.microsoft.com/office/drawing/2014/main" id="{1E07AAB6-A71B-4DD0-921D-CB4312A069E5}"/>
              </a:ext>
            </a:extLst>
          </p:cNvPr>
          <p:cNvSpPr>
            <a:spLocks xmlns:a="http://schemas.openxmlformats.org/drawingml/2006/main" noGrp="1"/>
          </p:cNvSpPr>
          <p:nvPr/>
        </p:nvSpPr>
        <p:spPr>
          <a:xfrm xmlns:a="http://schemas.openxmlformats.org/drawingml/2006/main">
            <a:off x="762000" y="1066800"/>
            <a:ext cx="762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Этап 6</a:t>
            </a:r>
          </a:p>
          <a:p xmlns:a="http://schemas.openxmlformats.org/drawingml/2006/main">
            <a:pPr algn="l">
              <a:lnSpc>
                <a:spcPct val="107000"/>
              </a:lnSpc>
              <a:buNone/>
              <a:defRPr sz="3300" b="0">
                <a:solidFill>
                  <a:srgbClr val="000000"/>
                </a:solidFill>
                <a:latin typeface="Manrope"/>
                <a:ea typeface="Manrope"/>
                <a:cs typeface="Manrope"/>
              </a:defRPr>
            </a:pPr>
            <a:r>
              <a:rPr sz="3300" b="0">
                <a:solidFill>
                  <a:srgbClr val="000000"/>
                </a:solidFill>
                <a:latin typeface="Manrope"/>
                <a:ea typeface="Manrope"/>
                <a:cs typeface="Manrope"/>
              </a:rPr>
              <a:t>Объединяем и передаём</a:t>
            </a:r>
          </a:p>
        </p:txBody>
      </p:sp>
      <p:sp>
        <p:nvSpPr>
          <p:cNvPr id="4" name="Подложка Avito Start">
            <a:extLst xmlns:a="http://schemas.openxmlformats.org/drawingml/2006/main">
              <a:ext uri="{FF2B5EF4-FFF2-40B4-BE49-F238E27FC236}">
                <a16:creationId xmlns:a16="http://schemas.microsoft.com/office/drawing/2014/main" id="{7C8FFEED-A8BD-4A08-8A79-3358C89F5B3E}"/>
              </a:ext>
            </a:extLst>
          </p:cNvPr>
          <p:cNvSpPr>
            <a:spLocks xmlns:a="http://schemas.openxmlformats.org/drawingml/2006/main" noGrp="1"/>
          </p:cNvSpPr>
          <p:nvPr/>
        </p:nvSpPr>
        <p:spPr>
          <a:xfrm xmlns:a="http://schemas.openxmlformats.org/drawingml/2006/main" rot="180000">
            <a:off x="952500" y="2524125"/>
            <a:ext cx="7239000" cy="1019175"/>
          </a:xfrm>
          <a:prstGeom xmlns:a="http://schemas.openxmlformats.org/drawingml/2006/main" prst="rect">
            <a:avLst/>
          </a:prstGeom>
          <a:solidFill xmlns:a="http://schemas.openxmlformats.org/drawingml/2006/main">
            <a:srgbClr val="00E160"/>
          </a:solidFill>
          <a:ln xmlns:a="http://schemas.openxmlformats.org/drawingml/2006/main" w="0">
            <a:noFill/>
          </a:ln>
        </p:spPr>
      </p:sp>
      <p:sp>
        <p:nvSpPr>
          <p:cNvPr id="5" name="10 минут · Понятно, что сделано и что дальше.">
            <a:extLst xmlns:a="http://schemas.openxmlformats.org/drawingml/2006/main">
              <a:ext uri="{FF2B5EF4-FFF2-40B4-BE49-F238E27FC236}">
                <a16:creationId xmlns:a16="http://schemas.microsoft.com/office/drawing/2014/main" id="{F190C120-0600-4740-87E3-04C484C84F1E}"/>
              </a:ext>
            </a:extLst>
          </p:cNvPr>
          <p:cNvSpPr>
            <a:spLocks xmlns:a="http://schemas.openxmlformats.org/drawingml/2006/main" noGrp="1"/>
          </p:cNvSpPr>
          <p:nvPr/>
        </p:nvSpPr>
        <p:spPr>
          <a:xfrm xmlns:a="http://schemas.openxmlformats.org/drawingml/2006/main">
            <a:off x="1219200" y="2686050"/>
            <a:ext cx="674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75" b="0">
                <a:solidFill>
                  <a:srgbClr val="000000"/>
                </a:solidFill>
                <a:latin typeface="Manrope"/>
                <a:ea typeface="Manrope"/>
                <a:cs typeface="Manrope"/>
              </a:defRPr>
            </a:pPr>
            <a:r>
              <a:rPr sz="1875" b="0">
                <a:solidFill>
                  <a:srgbClr val="000000"/>
                </a:solidFill>
                <a:latin typeface="Manrope"/>
                <a:ea typeface="Manrope"/>
                <a:cs typeface="Manrope"/>
              </a:rPr>
              <a:t>10 минут · Понятно, что сделано и что дальше.</a:t>
            </a:r>
          </a:p>
        </p:txBody>
      </p:sp>
      <p:sp>
        <p:nvSpPr>
          <p:cNvPr id="6" name="Сейчас: Общая проверка, handoff и объяснение ДЗ.&#10;Готово, когда: Е">
            <a:extLst xmlns:a="http://schemas.openxmlformats.org/drawingml/2006/main">
              <a:ext uri="{FF2B5EF4-FFF2-40B4-BE49-F238E27FC236}">
                <a16:creationId xmlns:a16="http://schemas.microsoft.com/office/drawing/2014/main" id="{763C455C-9AEF-4882-92B3-B5F4EB8A8892}"/>
              </a:ext>
            </a:extLst>
          </p:cNvPr>
          <p:cNvSpPr>
            <a:spLocks xmlns:a="http://schemas.openxmlformats.org/drawingml/2006/main" noGrp="1"/>
          </p:cNvSpPr>
          <p:nvPr/>
        </p:nvSpPr>
        <p:spPr>
          <a:xfrm xmlns:a="http://schemas.openxmlformats.org/drawingml/2006/main">
            <a:off x="1257300" y="3705225"/>
            <a:ext cx="6705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Сейчас: Общая проверка, handoff и объяснение ДЗ.</a:t>
            </a:r>
          </a:p>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Готово, когда: Есть итоговый diff, проверки и следующее поручение.</a:t>
            </a:r>
          </a:p>
        </p:txBody>
      </p:sp>
    </p:spTree>
    <p:extLst>
      <p:ext uri="{BB962C8B-B14F-4D97-AF65-F5344CB8AC3E}">
        <p14:creationId xmlns:p14="http://schemas.microsoft.com/office/powerpoint/2010/main" val="13889860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3d43427b324535"/>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1">
            <a:extLst xmlns:a="http://schemas.openxmlformats.org/drawingml/2006/main">
              <a:ext uri="{FF2B5EF4-FFF2-40B4-BE49-F238E27FC236}">
                <a16:creationId xmlns:a16="http://schemas.microsoft.com/office/drawing/2014/main" id="{9B904F71-F14B-4610-831A-A2D1D1765C27}"/>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21</a:t>
            </a:r>
          </a:p>
        </p:txBody>
      </p:sp>
      <p:sp>
        <p:nvSpPr>
          <p:cNvPr id="3" name="​6.1 · Объединяем и снова проверяем">
            <a:extLst xmlns:a="http://schemas.openxmlformats.org/drawingml/2006/main">
              <a:ext uri="{FF2B5EF4-FFF2-40B4-BE49-F238E27FC236}">
                <a16:creationId xmlns:a16="http://schemas.microsoft.com/office/drawing/2014/main" id="{ADAB6DDF-4A76-4F83-BC35-2E639A81FA4F}"/>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​6.1 · Объединяем и снова проверяем</a:t>
            </a:r>
          </a:p>
        </p:txBody>
      </p:sp>
      <p:sp>
        <p:nvSpPr>
          <p:cNvPr id="4" name="В B: примите diff и сделайте commit. Затем вернитесь в исходный к">
            <a:extLst xmlns:a="http://schemas.openxmlformats.org/drawingml/2006/main">
              <a:ext uri="{FF2B5EF4-FFF2-40B4-BE49-F238E27FC236}">
                <a16:creationId xmlns:a16="http://schemas.microsoft.com/office/drawing/2014/main" id="{73C55A11-B311-4527-BD9D-94FFF4247DAD}"/>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В B: примите diff и сделайте commit. Затем вернитесь в исходный каталог проекта.</a:t>
            </a:r>
          </a:p>
        </p:txBody>
      </p:sp>
      <p:sp>
        <p:nvSpPr>
          <p:cNvPr id="5" name="В терминале исходного проекта">
            <a:extLst xmlns:a="http://schemas.openxmlformats.org/drawingml/2006/main">
              <a:ext uri="{FF2B5EF4-FFF2-40B4-BE49-F238E27FC236}">
                <a16:creationId xmlns:a16="http://schemas.microsoft.com/office/drawing/2014/main" id="{C1A81863-B474-491A-9274-229570558939}"/>
              </a:ext>
            </a:extLst>
          </p:cNvPr>
          <p:cNvSpPr>
            <a:spLocks xmlns:a="http://schemas.openxmlformats.org/drawingml/2006/main" noGrp="1"/>
          </p:cNvSpPr>
          <p:nvPr/>
        </p:nvSpPr>
        <p:spPr>
          <a:xfrm xmlns:a="http://schemas.openxmlformats.org/drawingml/2006/main">
            <a:off x="571500" y="143827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В терминале исходного проекта</a:t>
            </a:r>
          </a:p>
        </p:txBody>
      </p:sp>
      <p:sp>
        <p:nvSpPr>
          <p:cNvPr id="6" name="Подложка Avito Start">
            <a:extLst xmlns:a="http://schemas.openxmlformats.org/drawingml/2006/main">
              <a:ext uri="{FF2B5EF4-FFF2-40B4-BE49-F238E27FC236}">
                <a16:creationId xmlns:a16="http://schemas.microsoft.com/office/drawing/2014/main" id="{DBAB6EA7-4359-47AF-8ABA-05FEA63B4055}"/>
              </a:ext>
            </a:extLst>
          </p:cNvPr>
          <p:cNvSpPr>
            <a:spLocks xmlns:a="http://schemas.openxmlformats.org/drawingml/2006/main" noGrp="1"/>
          </p:cNvSpPr>
          <p:nvPr/>
        </p:nvSpPr>
        <p:spPr>
          <a:xfrm xmlns:a="http://schemas.openxmlformats.org/drawingml/2006/main" rot="0">
            <a:off x="571500" y="1724025"/>
            <a:ext cx="8001000" cy="17145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git merge --ff-only practice-04-b&#10;sh scripts/check.sh&#10;git status ">
            <a:extLst xmlns:a="http://schemas.openxmlformats.org/drawingml/2006/main">
              <a:ext uri="{FF2B5EF4-FFF2-40B4-BE49-F238E27FC236}">
                <a16:creationId xmlns:a16="http://schemas.microsoft.com/office/drawing/2014/main" id="{9DDB83BC-FE49-4672-8669-3CB781B3FF40}"/>
              </a:ext>
            </a:extLst>
          </p:cNvPr>
          <p:cNvSpPr>
            <a:spLocks xmlns:a="http://schemas.openxmlformats.org/drawingml/2006/main" noGrp="1"/>
          </p:cNvSpPr>
          <p:nvPr/>
        </p:nvSpPr>
        <p:spPr>
          <a:xfrm xmlns:a="http://schemas.openxmlformats.org/drawingml/2006/main">
            <a:off x="704850" y="1828800"/>
            <a:ext cx="77343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merge --ff-only practice-04-b</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sh scripts/check.sh</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git status --short</a:t>
            </a:r>
          </a:p>
        </p:txBody>
      </p:sp>
      <p:sp>
        <p:nvSpPr>
          <p:cNvPr id="8" name="Проверка: Проверено объединённое состояние, а не только две отдел">
            <a:extLst xmlns:a="http://schemas.openxmlformats.org/drawingml/2006/main">
              <a:ext uri="{FF2B5EF4-FFF2-40B4-BE49-F238E27FC236}">
                <a16:creationId xmlns:a16="http://schemas.microsoft.com/office/drawing/2014/main" id="{F598D4DD-5306-4BA3-BD59-8696C9740E2A}"/>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Проверено объединённое состояние, а не только две отдельные ветки.</a:t>
            </a:r>
          </a:p>
        </p:txBody>
      </p:sp>
      <p:sp>
        <p:nvSpPr>
          <p:cNvPr id="9" name="Если --ff-only остановился, не форсируйте слияние. Разберите изме">
            <a:extLst xmlns:a="http://schemas.openxmlformats.org/drawingml/2006/main">
              <a:ext uri="{FF2B5EF4-FFF2-40B4-BE49-F238E27FC236}">
                <a16:creationId xmlns:a16="http://schemas.microsoft.com/office/drawing/2014/main" id="{32DAA28D-AC95-4A29-B766-492FE7797616}"/>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Если --ff-only остановился, не форсируйте слияние. Разберите изменения вместе с ведущим.</a:t>
            </a:r>
          </a:p>
        </p:txBody>
      </p:sp>
    </p:spTree>
    <p:extLst>
      <p:ext uri="{BB962C8B-B14F-4D97-AF65-F5344CB8AC3E}">
        <p14:creationId xmlns:p14="http://schemas.microsoft.com/office/powerpoint/2010/main" val="13889860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6c7001687e74a10"/>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2">
            <a:extLst xmlns:a="http://schemas.openxmlformats.org/drawingml/2006/main">
              <a:ext uri="{FF2B5EF4-FFF2-40B4-BE49-F238E27FC236}">
                <a16:creationId xmlns:a16="http://schemas.microsoft.com/office/drawing/2014/main" id="{7020B641-593B-417F-9167-6320252C4AC6}"/>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22</a:t>
            </a:r>
          </a:p>
        </p:txBody>
      </p:sp>
      <p:sp>
        <p:nvSpPr>
          <p:cNvPr id="3" name="​6.2 · Передаём контекст новой сессии">
            <a:extLst xmlns:a="http://schemas.openxmlformats.org/drawingml/2006/main">
              <a:ext uri="{FF2B5EF4-FFF2-40B4-BE49-F238E27FC236}">
                <a16:creationId xmlns:a16="http://schemas.microsoft.com/office/drawing/2014/main" id="{2FC220EA-C37E-4F94-86E6-629CBE598B1A}"/>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​6.2 · Передаём контекст новой сессии</a:t>
            </a:r>
          </a:p>
        </p:txBody>
      </p:sp>
      <p:sp>
        <p:nvSpPr>
          <p:cNvPr id="4" name="Сначала сохраните короткий docs/HANDOFF.md: состояние, источники,">
            <a:extLst xmlns:a="http://schemas.openxmlformats.org/drawingml/2006/main">
              <a:ext uri="{FF2B5EF4-FFF2-40B4-BE49-F238E27FC236}">
                <a16:creationId xmlns:a16="http://schemas.microsoft.com/office/drawing/2014/main" id="{0DF91E47-9372-4A65-A044-9D8F0F69702C}"/>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Сначала сохраните короткий docs/HANDOFF.md: состояние, источники, проверки и ограничения.</a:t>
            </a:r>
          </a:p>
        </p:txBody>
      </p:sp>
      <p:sp>
        <p:nvSpPr>
          <p:cNvPr id="5" name="Сообщение в новом чате OpenCode">
            <a:extLst xmlns:a="http://schemas.openxmlformats.org/drawingml/2006/main">
              <a:ext uri="{FF2B5EF4-FFF2-40B4-BE49-F238E27FC236}">
                <a16:creationId xmlns:a16="http://schemas.microsoft.com/office/drawing/2014/main" id="{E9844F15-C5DC-423F-AEB6-92EACE18913C}"/>
              </a:ext>
            </a:extLst>
          </p:cNvPr>
          <p:cNvSpPr>
            <a:spLocks xmlns:a="http://schemas.openxmlformats.org/drawingml/2006/main" noGrp="1"/>
          </p:cNvSpPr>
          <p:nvPr/>
        </p:nvSpPr>
        <p:spPr>
          <a:xfrm xmlns:a="http://schemas.openxmlformats.org/drawingml/2006/main">
            <a:off x="571500" y="143827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Сообщение в новом чате OpenCode</a:t>
            </a:r>
          </a:p>
        </p:txBody>
      </p:sp>
      <p:sp>
        <p:nvSpPr>
          <p:cNvPr id="6" name="Подложка Avito Start">
            <a:extLst xmlns:a="http://schemas.openxmlformats.org/drawingml/2006/main">
              <a:ext uri="{FF2B5EF4-FFF2-40B4-BE49-F238E27FC236}">
                <a16:creationId xmlns:a16="http://schemas.microsoft.com/office/drawing/2014/main" id="{F86B22D5-AB49-4015-A50F-4E080692A89A}"/>
              </a:ext>
            </a:extLst>
          </p:cNvPr>
          <p:cNvSpPr>
            <a:spLocks xmlns:a="http://schemas.openxmlformats.org/drawingml/2006/main" noGrp="1"/>
          </p:cNvSpPr>
          <p:nvPr/>
        </p:nvSpPr>
        <p:spPr>
          <a:xfrm xmlns:a="http://schemas.openxmlformats.org/drawingml/2006/main" rot="0">
            <a:off x="571500" y="1724025"/>
            <a:ext cx="8001000" cy="21336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Прочитай AGENTS.md и docs/HANDOFF.md.&#10;Что уже сделано и что остал">
            <a:extLst xmlns:a="http://schemas.openxmlformats.org/drawingml/2006/main">
              <a:ext uri="{FF2B5EF4-FFF2-40B4-BE49-F238E27FC236}">
                <a16:creationId xmlns:a16="http://schemas.microsoft.com/office/drawing/2014/main" id="{46F2BFDD-B84A-40C6-902A-F70F9F9523FA}"/>
              </a:ext>
            </a:extLst>
          </p:cNvPr>
          <p:cNvSpPr>
            <a:spLocks xmlns:a="http://schemas.openxmlformats.org/drawingml/2006/main" noGrp="1"/>
          </p:cNvSpPr>
          <p:nvPr/>
        </p:nvSpPr>
        <p:spPr>
          <a:xfrm xmlns:a="http://schemas.openxmlformats.org/drawingml/2006/main">
            <a:off x="704850" y="1828800"/>
            <a:ext cx="77343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Прочитай AGENTS.md и docs/HANDOFF.md.</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Что уже сделано и что осталось?</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Запусти проверку проекта.</a:t>
            </a:r>
          </a:p>
          <a:p xmlns:a="http://schemas.openxmlformats.org/drawingml/2006/main">
            <a:pPr algn="l">
              <a:lnSpc>
                <a:spcPct val="107000"/>
              </a:lnSpc>
              <a:buNone/>
              <a:defRPr sz="1275" b="0">
                <a:solidFill>
                  <a:srgbClr val="000000"/>
                </a:solidFill>
                <a:latin typeface="Manrope"/>
                <a:ea typeface="Manrope"/>
                <a:cs typeface="Manrope"/>
              </a:defRPr>
            </a:pPr>
            <a:r>
              <a:rPr sz="1275" b="0">
                <a:solidFill>
                  <a:srgbClr val="000000"/>
                </a:solidFill>
                <a:latin typeface="Manrope"/>
                <a:ea typeface="Manrope"/>
                <a:cs typeface="Manrope"/>
              </a:rPr>
              <a:t>Пока ничего не меняй.</a:t>
            </a:r>
          </a:p>
        </p:txBody>
      </p:sp>
      <p:sp>
        <p:nvSpPr>
          <p:cNvPr id="8" name="Проверка: Новая сессия корректно восстановила состояние и выполни">
            <a:extLst xmlns:a="http://schemas.openxmlformats.org/drawingml/2006/main">
              <a:ext uri="{FF2B5EF4-FFF2-40B4-BE49-F238E27FC236}">
                <a16:creationId xmlns:a16="http://schemas.microsoft.com/office/drawing/2014/main" id="{F934E493-8B6B-4242-AAE1-F26576812A41}"/>
              </a:ext>
            </a:extLst>
          </p:cNvPr>
          <p:cNvSpPr>
            <a:spLocks xmlns:a="http://schemas.openxmlformats.org/drawingml/2006/main" noGrp="1"/>
          </p:cNvSpPr>
          <p:nvPr/>
        </p:nvSpPr>
        <p:spPr>
          <a:xfrm xmlns:a="http://schemas.openxmlformats.org/drawingml/2006/main">
            <a:off x="571500" y="39814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1">
                <a:solidFill>
                  <a:srgbClr val="965EEB"/>
                </a:solidFill>
                <a:latin typeface="Manrope"/>
                <a:ea typeface="Manrope"/>
                <a:cs typeface="Manrope"/>
              </a:defRPr>
            </a:pPr>
            <a:r>
              <a:rPr sz="1200" b="1">
                <a:solidFill>
                  <a:srgbClr val="965EEB"/>
                </a:solidFill>
                <a:latin typeface="Manrope"/>
                <a:ea typeface="Manrope"/>
                <a:cs typeface="Manrope"/>
              </a:rPr>
              <a:t>Проверка: Новая сессия корректно восстановила состояние и выполнила проверку.</a:t>
            </a:r>
          </a:p>
        </p:txBody>
      </p:sp>
      <p:sp>
        <p:nvSpPr>
          <p:cNvPr id="9" name="Проверяем смысл пересказа. Факт чтения файла ещё не означает верн">
            <a:extLst xmlns:a="http://schemas.openxmlformats.org/drawingml/2006/main">
              <a:ext uri="{FF2B5EF4-FFF2-40B4-BE49-F238E27FC236}">
                <a16:creationId xmlns:a16="http://schemas.microsoft.com/office/drawing/2014/main" id="{50D3DD88-0E5F-455D-95CC-596FE9711AE2}"/>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Проверяем смысл пересказа. Факт чтения файла ещё не означает верное понимание.</a:t>
            </a:r>
          </a:p>
        </p:txBody>
      </p:sp>
    </p:spTree>
    <p:extLst>
      <p:ext uri="{BB962C8B-B14F-4D97-AF65-F5344CB8AC3E}">
        <p14:creationId xmlns:p14="http://schemas.microsoft.com/office/powerpoint/2010/main" val="13889860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f6862ecaac44eb"/>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3">
            <a:extLst xmlns:a="http://schemas.openxmlformats.org/drawingml/2006/main">
              <a:ext uri="{FF2B5EF4-FFF2-40B4-BE49-F238E27FC236}">
                <a16:creationId xmlns:a16="http://schemas.microsoft.com/office/drawing/2014/main" id="{F521095D-5D94-412F-A94C-E0A2765B8A85}"/>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23</a:t>
            </a:r>
          </a:p>
        </p:txBody>
      </p:sp>
      <p:sp>
        <p:nvSpPr>
          <p:cNvPr id="3" name="Домашнее продолжение и сдача">
            <a:extLst xmlns:a="http://schemas.openxmlformats.org/drawingml/2006/main">
              <a:ext uri="{FF2B5EF4-FFF2-40B4-BE49-F238E27FC236}">
                <a16:creationId xmlns:a16="http://schemas.microsoft.com/office/drawing/2014/main" id="{E16CBB1B-ABFD-4FF7-80FC-5656CE860D56}"/>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Домашнее продолжение и сдача</a:t>
            </a:r>
          </a:p>
        </p:txBody>
      </p:sp>
      <p:sp>
        <p:nvSpPr>
          <p:cNvPr id="4" name="Для самостоятельной работы. Можно продолжить проект или выбрать д">
            <a:extLst xmlns:a="http://schemas.openxmlformats.org/drawingml/2006/main">
              <a:ext uri="{FF2B5EF4-FFF2-40B4-BE49-F238E27FC236}">
                <a16:creationId xmlns:a16="http://schemas.microsoft.com/office/drawing/2014/main" id="{E0FC7F92-9FA4-4752-AB0E-04DF668640C6}"/>
              </a:ext>
            </a:extLst>
          </p:cNvPr>
          <p:cNvSpPr>
            <a:spLocks xmlns:a="http://schemas.openxmlformats.org/drawingml/2006/main" noGrp="1"/>
          </p:cNvSpPr>
          <p:nvPr/>
        </p:nvSpPr>
        <p:spPr>
          <a:xfrm xmlns:a="http://schemas.openxmlformats.org/drawingml/2006/main">
            <a:off x="571500" y="9810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Для самостоятельной работы. Можно продолжить проект или выбрать другую задачу; сделанное на занятии засчитывается.</a:t>
            </a:r>
          </a:p>
        </p:txBody>
      </p:sp>
      <p:sp>
        <p:nvSpPr>
          <p:cNvPr id="5" name="1">
            <a:extLst xmlns:a="http://schemas.openxmlformats.org/drawingml/2006/main">
              <a:ext uri="{FF2B5EF4-FFF2-40B4-BE49-F238E27FC236}">
                <a16:creationId xmlns:a16="http://schemas.microsoft.com/office/drawing/2014/main" id="{A2856425-D67C-4BB9-90FB-C691C74D5C68}"/>
              </a:ext>
            </a:extLst>
          </p:cNvPr>
          <p:cNvSpPr>
            <a:spLocks xmlns:a="http://schemas.openxmlformats.org/drawingml/2006/main" noGrp="1"/>
          </p:cNvSpPr>
          <p:nvPr/>
        </p:nvSpPr>
        <p:spPr>
          <a:xfrm xmlns:a="http://schemas.openxmlformats.org/drawingml/2006/main">
            <a:off x="571500" y="1457325"/>
            <a:ext cx="40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965EEB"/>
                </a:solidFill>
                <a:latin typeface="Manrope"/>
                <a:ea typeface="Manrope"/>
                <a:cs typeface="Manrope"/>
              </a:defRPr>
            </a:pPr>
            <a:r>
              <a:rPr sz="1800" b="0">
                <a:solidFill>
                  <a:srgbClr val="965EEB"/>
                </a:solidFill>
                <a:latin typeface="Manrope"/>
                <a:ea typeface="Manrope"/>
                <a:cs typeface="Manrope"/>
              </a:rPr>
              <a:t>1</a:t>
            </a:r>
          </a:p>
        </p:txBody>
      </p:sp>
      <p:sp>
        <p:nvSpPr>
          <p:cNvPr id="6" name="Skill: создание или исследование">
            <a:extLst xmlns:a="http://schemas.openxmlformats.org/drawingml/2006/main">
              <a:ext uri="{FF2B5EF4-FFF2-40B4-BE49-F238E27FC236}">
                <a16:creationId xmlns:a16="http://schemas.microsoft.com/office/drawing/2014/main" id="{2589E26C-505C-40C0-9AB6-971D964B75B2}"/>
              </a:ext>
            </a:extLst>
          </p:cNvPr>
          <p:cNvSpPr>
            <a:spLocks xmlns:a="http://schemas.openxmlformats.org/drawingml/2006/main" noGrp="1"/>
          </p:cNvSpPr>
          <p:nvPr/>
        </p:nvSpPr>
        <p:spPr>
          <a:xfrm xmlns:a="http://schemas.openxmlformats.org/drawingml/2006/main">
            <a:off x="1066800" y="1457325"/>
            <a:ext cx="714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725" b="1">
                <a:solidFill>
                  <a:srgbClr val="000000"/>
                </a:solidFill>
                <a:latin typeface="Manrope"/>
                <a:ea typeface="Manrope"/>
                <a:cs typeface="Manrope"/>
              </a:defRPr>
            </a:pPr>
            <a:r>
              <a:rPr sz="1725" b="1">
                <a:solidFill>
                  <a:srgbClr val="000000"/>
                </a:solidFill>
                <a:latin typeface="Manrope"/>
                <a:ea typeface="Manrope"/>
                <a:cs typeface="Manrope"/>
              </a:rPr>
              <a:t>Skill: создание или исследование</a:t>
            </a:r>
          </a:p>
        </p:txBody>
      </p:sp>
      <p:sp>
        <p:nvSpPr>
          <p:cNvPr id="7" name="Содержательная автоматизация либо запуск готового skill и собстве">
            <a:extLst xmlns:a="http://schemas.openxmlformats.org/drawingml/2006/main">
              <a:ext uri="{FF2B5EF4-FFF2-40B4-BE49-F238E27FC236}">
                <a16:creationId xmlns:a16="http://schemas.microsoft.com/office/drawing/2014/main" id="{BE04BD62-96BD-485B-842A-DE65E5E13749}"/>
              </a:ext>
            </a:extLst>
          </p:cNvPr>
          <p:cNvSpPr>
            <a:spLocks xmlns:a="http://schemas.openxmlformats.org/drawingml/2006/main" noGrp="1"/>
          </p:cNvSpPr>
          <p:nvPr/>
        </p:nvSpPr>
        <p:spPr>
          <a:xfrm xmlns:a="http://schemas.openxmlformats.org/drawingml/2006/main">
            <a:off x="1066800" y="1809750"/>
            <a:ext cx="714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Содержательная автоматизация либо запуск готового skill и собственный короткий разбор.</a:t>
            </a:r>
          </a:p>
        </p:txBody>
      </p:sp>
      <p:sp>
        <p:nvSpPr>
          <p:cNvPr id="8" name="2">
            <a:extLst xmlns:a="http://schemas.openxmlformats.org/drawingml/2006/main">
              <a:ext uri="{FF2B5EF4-FFF2-40B4-BE49-F238E27FC236}">
                <a16:creationId xmlns:a16="http://schemas.microsoft.com/office/drawing/2014/main" id="{D3E938C6-48AF-4F58-AD94-2CA3B0292FAD}"/>
              </a:ext>
            </a:extLst>
          </p:cNvPr>
          <p:cNvSpPr>
            <a:spLocks xmlns:a="http://schemas.openxmlformats.org/drawingml/2006/main" noGrp="1"/>
          </p:cNvSpPr>
          <p:nvPr/>
        </p:nvSpPr>
        <p:spPr>
          <a:xfrm xmlns:a="http://schemas.openxmlformats.org/drawingml/2006/main">
            <a:off x="571500" y="2409825"/>
            <a:ext cx="40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965EEB"/>
                </a:solidFill>
                <a:latin typeface="Manrope"/>
                <a:ea typeface="Manrope"/>
                <a:cs typeface="Manrope"/>
              </a:defRPr>
            </a:pPr>
            <a:r>
              <a:rPr sz="1800" b="0">
                <a:solidFill>
                  <a:srgbClr val="965EEB"/>
                </a:solidFill>
                <a:latin typeface="Manrope"/>
                <a:ea typeface="Manrope"/>
                <a:cs typeface="Manrope"/>
              </a:rPr>
              <a:t>2</a:t>
            </a:r>
          </a:p>
        </p:txBody>
      </p:sp>
      <p:sp>
        <p:nvSpPr>
          <p:cNvPr id="9" name="Собственный MCP">
            <a:extLst xmlns:a="http://schemas.openxmlformats.org/drawingml/2006/main">
              <a:ext uri="{FF2B5EF4-FFF2-40B4-BE49-F238E27FC236}">
                <a16:creationId xmlns:a16="http://schemas.microsoft.com/office/drawing/2014/main" id="{FF9B2956-36F5-41D9-BA52-1F0F23F1B67E}"/>
              </a:ext>
            </a:extLst>
          </p:cNvPr>
          <p:cNvSpPr>
            <a:spLocks xmlns:a="http://schemas.openxmlformats.org/drawingml/2006/main" noGrp="1"/>
          </p:cNvSpPr>
          <p:nvPr/>
        </p:nvSpPr>
        <p:spPr>
          <a:xfrm xmlns:a="http://schemas.openxmlformats.org/drawingml/2006/main">
            <a:off x="1066800" y="2409825"/>
            <a:ext cx="714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725" b="1">
                <a:solidFill>
                  <a:srgbClr val="000000"/>
                </a:solidFill>
                <a:latin typeface="Manrope"/>
                <a:ea typeface="Manrope"/>
                <a:cs typeface="Manrope"/>
              </a:defRPr>
            </a:pPr>
            <a:r>
              <a:rPr sz="1725" b="1">
                <a:solidFill>
                  <a:srgbClr val="000000"/>
                </a:solidFill>
                <a:latin typeface="Manrope"/>
                <a:ea typeface="Manrope"/>
                <a:cs typeface="Manrope"/>
              </a:rPr>
              <a:t>Собственный MCP</a:t>
            </a:r>
          </a:p>
        </p:txBody>
      </p:sp>
      <p:sp>
        <p:nvSpPr>
          <p:cNvPr id="10" name="Один полезный tool, реальный вызов, успешный сценарий и обработка">
            <a:extLst xmlns:a="http://schemas.openxmlformats.org/drawingml/2006/main">
              <a:ext uri="{FF2B5EF4-FFF2-40B4-BE49-F238E27FC236}">
                <a16:creationId xmlns:a16="http://schemas.microsoft.com/office/drawing/2014/main" id="{3F1ABFF4-9231-49E8-B155-152BB7007B5C}"/>
              </a:ext>
            </a:extLst>
          </p:cNvPr>
          <p:cNvSpPr>
            <a:spLocks xmlns:a="http://schemas.openxmlformats.org/drawingml/2006/main" noGrp="1"/>
          </p:cNvSpPr>
          <p:nvPr/>
        </p:nvSpPr>
        <p:spPr>
          <a:xfrm xmlns:a="http://schemas.openxmlformats.org/drawingml/2006/main">
            <a:off x="1066800" y="2762250"/>
            <a:ext cx="714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Один полезный tool, реальный вызов, успешный сценарий и обработка ошибки.</a:t>
            </a:r>
          </a:p>
        </p:txBody>
      </p:sp>
      <p:sp>
        <p:nvSpPr>
          <p:cNvPr id="11" name="3">
            <a:extLst xmlns:a="http://schemas.openxmlformats.org/drawingml/2006/main">
              <a:ext uri="{FF2B5EF4-FFF2-40B4-BE49-F238E27FC236}">
                <a16:creationId xmlns:a16="http://schemas.microsoft.com/office/drawing/2014/main" id="{EEBFDB65-0BFA-4511-86FD-A5CFC7BADA70}"/>
              </a:ext>
            </a:extLst>
          </p:cNvPr>
          <p:cNvSpPr>
            <a:spLocks xmlns:a="http://schemas.openxmlformats.org/drawingml/2006/main" noGrp="1"/>
          </p:cNvSpPr>
          <p:nvPr/>
        </p:nvSpPr>
        <p:spPr>
          <a:xfrm xmlns:a="http://schemas.openxmlformats.org/drawingml/2006/main">
            <a:off x="571500" y="3362325"/>
            <a:ext cx="40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965EEB"/>
                </a:solidFill>
                <a:latin typeface="Manrope"/>
                <a:ea typeface="Manrope"/>
                <a:cs typeface="Manrope"/>
              </a:defRPr>
            </a:pPr>
            <a:r>
              <a:rPr sz="1800" b="0">
                <a:solidFill>
                  <a:srgbClr val="965EEB"/>
                </a:solidFill>
                <a:latin typeface="Manrope"/>
                <a:ea typeface="Manrope"/>
                <a:cs typeface="Manrope"/>
              </a:rPr>
              <a:t>3</a:t>
            </a:r>
          </a:p>
        </p:txBody>
      </p:sp>
      <p:sp>
        <p:nvSpPr>
          <p:cNvPr id="12" name="Свободная рефлексия">
            <a:extLst xmlns:a="http://schemas.openxmlformats.org/drawingml/2006/main">
              <a:ext uri="{FF2B5EF4-FFF2-40B4-BE49-F238E27FC236}">
                <a16:creationId xmlns:a16="http://schemas.microsoft.com/office/drawing/2014/main" id="{BD13E7B2-0288-452F-A7ED-31E82889C617}"/>
              </a:ext>
            </a:extLst>
          </p:cNvPr>
          <p:cNvSpPr>
            <a:spLocks xmlns:a="http://schemas.openxmlformats.org/drawingml/2006/main" noGrp="1"/>
          </p:cNvSpPr>
          <p:nvPr/>
        </p:nvSpPr>
        <p:spPr>
          <a:xfrm xmlns:a="http://schemas.openxmlformats.org/drawingml/2006/main">
            <a:off x="1066800" y="3362325"/>
            <a:ext cx="714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725" b="1">
                <a:solidFill>
                  <a:srgbClr val="000000"/>
                </a:solidFill>
                <a:latin typeface="Manrope"/>
                <a:ea typeface="Manrope"/>
                <a:cs typeface="Manrope"/>
              </a:defRPr>
            </a:pPr>
            <a:r>
              <a:rPr sz="1725" b="1">
                <a:solidFill>
                  <a:srgbClr val="000000"/>
                </a:solidFill>
                <a:latin typeface="Manrope"/>
                <a:ea typeface="Manrope"/>
                <a:cs typeface="Manrope"/>
              </a:rPr>
              <a:t>Свободная рефлексия</a:t>
            </a:r>
          </a:p>
        </p:txBody>
      </p:sp>
      <p:sp>
        <p:nvSpPr>
          <p:cNvPr id="13" name="Что помогло, что мешало и где пришлось вмешаться. Без заданного о">
            <a:extLst xmlns:a="http://schemas.openxmlformats.org/drawingml/2006/main">
              <a:ext uri="{FF2B5EF4-FFF2-40B4-BE49-F238E27FC236}">
                <a16:creationId xmlns:a16="http://schemas.microsoft.com/office/drawing/2014/main" id="{DDA9D48A-EE75-480C-9D4D-C951F010637C}"/>
              </a:ext>
            </a:extLst>
          </p:cNvPr>
          <p:cNvSpPr>
            <a:spLocks xmlns:a="http://schemas.openxmlformats.org/drawingml/2006/main" noGrp="1"/>
          </p:cNvSpPr>
          <p:nvPr/>
        </p:nvSpPr>
        <p:spPr>
          <a:xfrm xmlns:a="http://schemas.openxmlformats.org/drawingml/2006/main">
            <a:off x="1066800" y="3714750"/>
            <a:ext cx="714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75" b="0">
                <a:solidFill>
                  <a:srgbClr val="454545"/>
                </a:solidFill>
                <a:latin typeface="Manrope"/>
                <a:ea typeface="Manrope"/>
                <a:cs typeface="Manrope"/>
              </a:defRPr>
            </a:pPr>
            <a:r>
              <a:rPr sz="1275" b="0">
                <a:solidFill>
                  <a:srgbClr val="454545"/>
                </a:solidFill>
                <a:latin typeface="Manrope"/>
                <a:ea typeface="Manrope"/>
                <a:cs typeface="Manrope"/>
              </a:rPr>
              <a:t>Что помогло, что мешало и где пришлось вмешаться. Без заданного объёма и «правильного» мнения.</a:t>
            </a:r>
          </a:p>
        </p:txBody>
      </p:sp>
      <p:sp>
        <p:nvSpPr>
          <p:cNvPr id="14" name="HTML-презентация предпочтительна; Markdown тоже подходит. Файлы, ">
            <a:extLst xmlns:a="http://schemas.openxmlformats.org/drawingml/2006/main">
              <a:ext uri="{FF2B5EF4-FFF2-40B4-BE49-F238E27FC236}">
                <a16:creationId xmlns:a16="http://schemas.microsoft.com/office/drawing/2014/main" id="{1C0F0CB3-30DE-44E7-B478-0FE58554A8E9}"/>
              </a:ext>
            </a:extLst>
          </p:cNvPr>
          <p:cNvSpPr>
            <a:spLocks xmlns:a="http://schemas.openxmlformats.org/drawingml/2006/main" noGrp="1"/>
          </p:cNvSpPr>
          <p:nvPr/>
        </p:nvSpPr>
        <p:spPr>
          <a:xfrm xmlns:a="http://schemas.openxmlformats.org/drawingml/2006/main">
            <a:off x="571500" y="4638675"/>
            <a:ext cx="78581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HTML-презентация предпочтительна; Markdown тоже подходит. Файлы, короткие подтверждения и reflection.md.</a:t>
            </a:r>
          </a:p>
        </p:txBody>
      </p:sp>
    </p:spTree>
    <p:extLst>
      <p:ext uri="{BB962C8B-B14F-4D97-AF65-F5344CB8AC3E}">
        <p14:creationId xmlns:p14="http://schemas.microsoft.com/office/powerpoint/2010/main" val="13889860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293" name="27">
            <a:extLst xmlns:a="http://schemas.openxmlformats.org/drawingml/2006/main">
              <a:ext uri="{FF2B5EF4-FFF2-40B4-BE49-F238E27FC236}">
                <a16:creationId xmlns:a16="http://schemas.microsoft.com/office/drawing/2014/main" id="{AA156D39-3F0B-4BF4-A5D6-1809661911C5}"/>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24</a:t>
            </a:r>
          </a:p>
        </p:txBody>
      </p:sp>
      <p:sp>
        <p:nvSpPr>
          <p:cNvPr id="1294" name="Домашнее задание: 10 баллов">
            <a:extLst xmlns:a="http://schemas.openxmlformats.org/drawingml/2006/main">
              <a:ext uri="{FF2B5EF4-FFF2-40B4-BE49-F238E27FC236}">
                <a16:creationId xmlns:a16="http://schemas.microsoft.com/office/drawing/2014/main" id="{FCA50962-7143-4A09-91E4-C78D66E74460}"/>
              </a:ext>
            </a:extLst>
          </p:cNvPr>
          <p:cNvSpPr>
            <a:spLocks xmlns:a="http://schemas.openxmlformats.org/drawingml/2006/main" noGrp="1"/>
          </p:cNvSpPr>
          <p:nvPr/>
        </p:nvSpPr>
        <p:spPr>
          <a:xfrm xmlns:a="http://schemas.openxmlformats.org/drawingml/2006/main">
            <a:off x="361950" y="447675"/>
            <a:ext cx="842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Домашнее задание: 10 баллов</a:t>
            </a:r>
          </a:p>
        </p:txBody>
      </p:sp>
      <p:sp>
        <p:nvSpPr>
          <p:cNvPr id="1295" name="Оцениваются реальные действия и объяснение. Количество подключени">
            <a:extLst xmlns:a="http://schemas.openxmlformats.org/drawingml/2006/main">
              <a:ext uri="{FF2B5EF4-FFF2-40B4-BE49-F238E27FC236}">
                <a16:creationId xmlns:a16="http://schemas.microsoft.com/office/drawing/2014/main" id="{D7F1473B-B133-4097-96B1-C5CE70885704}"/>
              </a:ext>
            </a:extLst>
          </p:cNvPr>
          <p:cNvSpPr>
            <a:spLocks xmlns:a="http://schemas.openxmlformats.org/drawingml/2006/main" noGrp="1"/>
          </p:cNvSpPr>
          <p:nvPr/>
        </p:nvSpPr>
        <p:spPr>
          <a:xfrm xmlns:a="http://schemas.openxmlformats.org/drawingml/2006/main">
            <a:off x="571500" y="981075"/>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Оцениваются реальные действия и объяснение. Количество подключений само по себе баллов не добавляет.</a:t>
            </a:r>
          </a:p>
        </p:txBody>
      </p:sp>
      <p:sp>
        <p:nvSpPr>
          <p:cNvPr id="1296" name="А. Настроенная среда">
            <a:extLst xmlns:a="http://schemas.openxmlformats.org/drawingml/2006/main">
              <a:ext uri="{FF2B5EF4-FFF2-40B4-BE49-F238E27FC236}">
                <a16:creationId xmlns:a16="http://schemas.microsoft.com/office/drawing/2014/main" id="{BBFD9B68-FBDB-468E-94E2-3F2483FD97A1}"/>
              </a:ext>
            </a:extLst>
          </p:cNvPr>
          <p:cNvSpPr>
            <a:spLocks xmlns:a="http://schemas.openxmlformats.org/drawingml/2006/main" noGrp="1"/>
          </p:cNvSpPr>
          <p:nvPr/>
        </p:nvSpPr>
        <p:spPr>
          <a:xfrm xmlns:a="http://schemas.openxmlformats.org/drawingml/2006/main">
            <a:off x="571500" y="1457325"/>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А. Настроенная среда</a:t>
            </a:r>
          </a:p>
        </p:txBody>
      </p:sp>
      <p:sp>
        <p:nvSpPr>
          <p:cNvPr id="1297" name="5 баллов">
            <a:extLst xmlns:a="http://schemas.openxmlformats.org/drawingml/2006/main">
              <a:ext uri="{FF2B5EF4-FFF2-40B4-BE49-F238E27FC236}">
                <a16:creationId xmlns:a16="http://schemas.microsoft.com/office/drawing/2014/main" id="{76D4A198-4A95-4FA3-AFC9-C7AFC39EC95F}"/>
              </a:ext>
            </a:extLst>
          </p:cNvPr>
          <p:cNvSpPr>
            <a:spLocks xmlns:a="http://schemas.openxmlformats.org/drawingml/2006/main" noGrp="1"/>
          </p:cNvSpPr>
          <p:nvPr/>
        </p:nvSpPr>
        <p:spPr>
          <a:xfrm xmlns:a="http://schemas.openxmlformats.org/drawingml/2006/main">
            <a:off x="6981825" y="145732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965EEB"/>
                </a:solidFill>
                <a:latin typeface="Manrope"/>
                <a:ea typeface="Manrope"/>
                <a:cs typeface="Manrope"/>
              </a:defRPr>
            </a:pPr>
            <a:r>
              <a:rPr sz="1500" b="1">
                <a:solidFill>
                  <a:srgbClr val="965EEB"/>
                </a:solidFill>
                <a:latin typeface="Manrope"/>
                <a:ea typeface="Manrope"/>
                <a:cs typeface="Manrope"/>
              </a:rPr>
              <a:t>5 баллов</a:t>
            </a:r>
          </a:p>
        </p:txBody>
      </p:sp>
      <p:sp>
        <p:nvSpPr>
          <p:cNvPr id="1298" name="Покажите применение правил, skill, MCP и автоматической проверки.">
            <a:extLst xmlns:a="http://schemas.openxmlformats.org/drawingml/2006/main">
              <a:ext uri="{FF2B5EF4-FFF2-40B4-BE49-F238E27FC236}">
                <a16:creationId xmlns:a16="http://schemas.microsoft.com/office/drawing/2014/main" id="{05341CCB-D63F-46A5-B643-C5C44CFA3125}"/>
              </a:ext>
            </a:extLst>
          </p:cNvPr>
          <p:cNvSpPr>
            <a:spLocks xmlns:a="http://schemas.openxmlformats.org/drawingml/2006/main" noGrp="1"/>
          </p:cNvSpPr>
          <p:nvPr/>
        </p:nvSpPr>
        <p:spPr>
          <a:xfrm xmlns:a="http://schemas.openxmlformats.org/drawingml/2006/main">
            <a:off x="571500" y="1771650"/>
            <a:ext cx="7762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000000"/>
                </a:solidFill>
                <a:latin typeface="Manrope"/>
                <a:ea typeface="Manrope"/>
                <a:cs typeface="Manrope"/>
              </a:defRPr>
            </a:pPr>
            <a:r>
              <a:rPr sz="1200" b="0">
                <a:solidFill>
                  <a:srgbClr val="000000"/>
                </a:solidFill>
                <a:latin typeface="Manrope"/>
                <a:ea typeface="Manrope"/>
                <a:cs typeface="Manrope"/>
              </a:rPr>
              <a:t>Покажите применение правил, skill, MCP и автоматической проверки.</a:t>
            </a:r>
          </a:p>
        </p:txBody>
      </p:sp>
      <p:sp>
        <p:nvSpPr>
          <p:cNvPr id="1299" name="По 1 б: AGENTS.md, skill, MCP, hook, обоснование подключений.">
            <a:extLst xmlns:a="http://schemas.openxmlformats.org/drawingml/2006/main">
              <a:ext uri="{FF2B5EF4-FFF2-40B4-BE49-F238E27FC236}">
                <a16:creationId xmlns:a16="http://schemas.microsoft.com/office/drawing/2014/main" id="{2D87ED6C-C833-48A0-A586-DB8A0BE57DE0}"/>
              </a:ext>
            </a:extLst>
          </p:cNvPr>
          <p:cNvSpPr>
            <a:spLocks xmlns:a="http://schemas.openxmlformats.org/drawingml/2006/main" noGrp="1"/>
          </p:cNvSpPr>
          <p:nvPr/>
        </p:nvSpPr>
        <p:spPr>
          <a:xfrm xmlns:a="http://schemas.openxmlformats.org/drawingml/2006/main">
            <a:off x="571500" y="2028825"/>
            <a:ext cx="776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975" b="0">
                <a:solidFill>
                  <a:srgbClr val="454545"/>
                </a:solidFill>
                <a:latin typeface="Manrope"/>
                <a:ea typeface="Manrope"/>
                <a:cs typeface="Manrope"/>
              </a:defRPr>
            </a:pPr>
            <a:r>
              <a:rPr sz="975" b="0">
                <a:solidFill>
                  <a:srgbClr val="454545"/>
                </a:solidFill>
                <a:latin typeface="Manrope"/>
                <a:ea typeface="Manrope"/>
                <a:cs typeface="Manrope"/>
              </a:rPr>
              <a:t>По 1 б: AGENTS.md, skill, MCP, hook, обоснование подключений.</a:t>
            </a:r>
          </a:p>
        </p:txBody>
      </p:sp>
      <p:sp>
        <p:nvSpPr>
          <p:cNvPr id="1300" name="Подложка из композиции Avito Start">
            <a:extLst xmlns:a="http://schemas.openxmlformats.org/drawingml/2006/main">
              <a:ext uri="{FF2B5EF4-FFF2-40B4-BE49-F238E27FC236}">
                <a16:creationId xmlns:a16="http://schemas.microsoft.com/office/drawing/2014/main" id="{1B9EA0E9-39CA-4A5F-B2EB-BF426A9421D1}"/>
              </a:ext>
            </a:extLst>
          </p:cNvPr>
          <p:cNvSpPr>
            <a:spLocks xmlns:a="http://schemas.openxmlformats.org/drawingml/2006/main" noGrp="1"/>
          </p:cNvSpPr>
          <p:nvPr/>
        </p:nvSpPr>
        <p:spPr>
          <a:xfrm xmlns:a="http://schemas.openxmlformats.org/drawingml/2006/main" rot="0">
            <a:off x="571500" y="2219325"/>
            <a:ext cx="7810500" cy="19050"/>
          </a:xfrm>
          <a:prstGeom xmlns:a="http://schemas.openxmlformats.org/drawingml/2006/main" prst="rect">
            <a:avLst/>
          </a:prstGeom>
          <a:solidFill xmlns:a="http://schemas.openxmlformats.org/drawingml/2006/main">
            <a:srgbClr val="DFCEF3"/>
          </a:solidFill>
          <a:ln xmlns:a="http://schemas.openxmlformats.org/drawingml/2006/main" w="0">
            <a:noFill/>
          </a:ln>
        </p:spPr>
      </p:sp>
      <p:sp>
        <p:nvSpPr>
          <p:cNvPr id="1301" name="Б. Skill: создание или исследование">
            <a:extLst xmlns:a="http://schemas.openxmlformats.org/drawingml/2006/main">
              <a:ext uri="{FF2B5EF4-FFF2-40B4-BE49-F238E27FC236}">
                <a16:creationId xmlns:a16="http://schemas.microsoft.com/office/drawing/2014/main" id="{70142F09-7BBF-4D25-9E04-4460E94BC202}"/>
              </a:ext>
            </a:extLst>
          </p:cNvPr>
          <p:cNvSpPr>
            <a:spLocks xmlns:a="http://schemas.openxmlformats.org/drawingml/2006/main" noGrp="1"/>
          </p:cNvSpPr>
          <p:nvPr/>
        </p:nvSpPr>
        <p:spPr>
          <a:xfrm xmlns:a="http://schemas.openxmlformats.org/drawingml/2006/main">
            <a:off x="571500" y="2247900"/>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Б. Skill: создание или исследование</a:t>
            </a:r>
          </a:p>
        </p:txBody>
      </p:sp>
      <p:sp>
        <p:nvSpPr>
          <p:cNvPr id="1302" name="2 балла">
            <a:extLst xmlns:a="http://schemas.openxmlformats.org/drawingml/2006/main">
              <a:ext uri="{FF2B5EF4-FFF2-40B4-BE49-F238E27FC236}">
                <a16:creationId xmlns:a16="http://schemas.microsoft.com/office/drawing/2014/main" id="{B9556576-4E6E-45C7-B266-2B1F9132A12A}"/>
              </a:ext>
            </a:extLst>
          </p:cNvPr>
          <p:cNvSpPr>
            <a:spLocks xmlns:a="http://schemas.openxmlformats.org/drawingml/2006/main" noGrp="1"/>
          </p:cNvSpPr>
          <p:nvPr/>
        </p:nvSpPr>
        <p:spPr>
          <a:xfrm xmlns:a="http://schemas.openxmlformats.org/drawingml/2006/main">
            <a:off x="6981825" y="224790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965EEB"/>
                </a:solidFill>
                <a:latin typeface="Manrope"/>
                <a:ea typeface="Manrope"/>
                <a:cs typeface="Manrope"/>
              </a:defRPr>
            </a:pPr>
            <a:r>
              <a:rPr sz="1500" b="1">
                <a:solidFill>
                  <a:srgbClr val="965EEB"/>
                </a:solidFill>
                <a:latin typeface="Manrope"/>
                <a:ea typeface="Manrope"/>
                <a:cs typeface="Manrope"/>
              </a:rPr>
              <a:t>2 балла</a:t>
            </a:r>
          </a:p>
        </p:txBody>
      </p:sp>
      <p:sp>
        <p:nvSpPr>
          <p:cNvPr id="1303" name="1 б: устройство или автоматизация. 1 б: запуск и проверенный резу">
            <a:extLst xmlns:a="http://schemas.openxmlformats.org/drawingml/2006/main">
              <a:ext uri="{FF2B5EF4-FFF2-40B4-BE49-F238E27FC236}">
                <a16:creationId xmlns:a16="http://schemas.microsoft.com/office/drawing/2014/main" id="{B1ADFD68-006F-45C8-929B-73953BA84722}"/>
              </a:ext>
            </a:extLst>
          </p:cNvPr>
          <p:cNvSpPr>
            <a:spLocks xmlns:a="http://schemas.openxmlformats.org/drawingml/2006/main" noGrp="1"/>
          </p:cNvSpPr>
          <p:nvPr/>
        </p:nvSpPr>
        <p:spPr>
          <a:xfrm xmlns:a="http://schemas.openxmlformats.org/drawingml/2006/main">
            <a:off x="571500" y="2562225"/>
            <a:ext cx="7762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000000"/>
                </a:solidFill>
                <a:latin typeface="Manrope"/>
                <a:ea typeface="Manrope"/>
                <a:cs typeface="Manrope"/>
              </a:defRPr>
            </a:pPr>
            <a:r>
              <a:rPr sz="1200" b="0">
                <a:solidFill>
                  <a:srgbClr val="000000"/>
                </a:solidFill>
                <a:latin typeface="Manrope"/>
                <a:ea typeface="Manrope"/>
                <a:cs typeface="Manrope"/>
              </a:rPr>
              <a:t>1 б: устройство или автоматизация. 1 б: запуск и проверенный результат.</a:t>
            </a:r>
          </a:p>
        </p:txBody>
      </p:sp>
      <p:sp>
        <p:nvSpPr>
          <p:cNvPr id="1304" name="Разбор готового skill: 3–4 предложения самостоятельно, своими сло">
            <a:extLst xmlns:a="http://schemas.openxmlformats.org/drawingml/2006/main">
              <a:ext uri="{FF2B5EF4-FFF2-40B4-BE49-F238E27FC236}">
                <a16:creationId xmlns:a16="http://schemas.microsoft.com/office/drawing/2014/main" id="{F3310858-EA09-4C86-A70E-6C9C35623B8D}"/>
              </a:ext>
            </a:extLst>
          </p:cNvPr>
          <p:cNvSpPr>
            <a:spLocks xmlns:a="http://schemas.openxmlformats.org/drawingml/2006/main" noGrp="1"/>
          </p:cNvSpPr>
          <p:nvPr/>
        </p:nvSpPr>
        <p:spPr>
          <a:xfrm xmlns:a="http://schemas.openxmlformats.org/drawingml/2006/main">
            <a:off x="571500" y="2819400"/>
            <a:ext cx="776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975" b="0">
                <a:solidFill>
                  <a:srgbClr val="454545"/>
                </a:solidFill>
                <a:latin typeface="Manrope"/>
                <a:ea typeface="Manrope"/>
                <a:cs typeface="Manrope"/>
              </a:defRPr>
            </a:pPr>
            <a:r>
              <a:rPr sz="975" b="0">
                <a:solidFill>
                  <a:srgbClr val="454545"/>
                </a:solidFill>
                <a:latin typeface="Manrope"/>
                <a:ea typeface="Manrope"/>
                <a:cs typeface="Manrope"/>
              </a:rPr>
              <a:t>Разбор готового skill: 3–4 предложения самостоятельно, своими словами.</a:t>
            </a:r>
          </a:p>
        </p:txBody>
      </p:sp>
      <p:sp>
        <p:nvSpPr>
          <p:cNvPr id="1305" name="Подложка из композиции Avito Start">
            <a:extLst xmlns:a="http://schemas.openxmlformats.org/drawingml/2006/main">
              <a:ext uri="{FF2B5EF4-FFF2-40B4-BE49-F238E27FC236}">
                <a16:creationId xmlns:a16="http://schemas.microsoft.com/office/drawing/2014/main" id="{F2AE9388-C321-48A9-A872-730F2DD39AE6}"/>
              </a:ext>
            </a:extLst>
          </p:cNvPr>
          <p:cNvSpPr>
            <a:spLocks xmlns:a="http://schemas.openxmlformats.org/drawingml/2006/main" noGrp="1"/>
          </p:cNvSpPr>
          <p:nvPr/>
        </p:nvSpPr>
        <p:spPr>
          <a:xfrm xmlns:a="http://schemas.openxmlformats.org/drawingml/2006/main" rot="0">
            <a:off x="571500" y="3009900"/>
            <a:ext cx="7810500" cy="19050"/>
          </a:xfrm>
          <a:prstGeom xmlns:a="http://schemas.openxmlformats.org/drawingml/2006/main" prst="rect">
            <a:avLst/>
          </a:prstGeom>
          <a:solidFill xmlns:a="http://schemas.openxmlformats.org/drawingml/2006/main">
            <a:srgbClr val="DFCEF3"/>
          </a:solidFill>
          <a:ln xmlns:a="http://schemas.openxmlformats.org/drawingml/2006/main" w="0">
            <a:noFill/>
          </a:ln>
        </p:spPr>
      </p:sp>
      <p:sp>
        <p:nvSpPr>
          <p:cNvPr id="1306" name="В. Собственный MCP">
            <a:extLst xmlns:a="http://schemas.openxmlformats.org/drawingml/2006/main">
              <a:ext uri="{FF2B5EF4-FFF2-40B4-BE49-F238E27FC236}">
                <a16:creationId xmlns:a16="http://schemas.microsoft.com/office/drawing/2014/main" id="{FE1D14AD-04C4-4DD6-815D-FCBAD21B1EBA}"/>
              </a:ext>
            </a:extLst>
          </p:cNvPr>
          <p:cNvSpPr>
            <a:spLocks xmlns:a="http://schemas.openxmlformats.org/drawingml/2006/main" noGrp="1"/>
          </p:cNvSpPr>
          <p:nvPr/>
        </p:nvSpPr>
        <p:spPr>
          <a:xfrm xmlns:a="http://schemas.openxmlformats.org/drawingml/2006/main">
            <a:off x="571500" y="3038475"/>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В. Собственный MCP</a:t>
            </a:r>
          </a:p>
        </p:txBody>
      </p:sp>
      <p:sp>
        <p:nvSpPr>
          <p:cNvPr id="1307" name="2 балла">
            <a:extLst xmlns:a="http://schemas.openxmlformats.org/drawingml/2006/main">
              <a:ext uri="{FF2B5EF4-FFF2-40B4-BE49-F238E27FC236}">
                <a16:creationId xmlns:a16="http://schemas.microsoft.com/office/drawing/2014/main" id="{63D69861-6C7F-411C-92CC-56A9DED117EA}"/>
              </a:ext>
            </a:extLst>
          </p:cNvPr>
          <p:cNvSpPr>
            <a:spLocks xmlns:a="http://schemas.openxmlformats.org/drawingml/2006/main" noGrp="1"/>
          </p:cNvSpPr>
          <p:nvPr/>
        </p:nvSpPr>
        <p:spPr>
          <a:xfrm xmlns:a="http://schemas.openxmlformats.org/drawingml/2006/main">
            <a:off x="6981825" y="30384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965EEB"/>
                </a:solidFill>
                <a:latin typeface="Manrope"/>
                <a:ea typeface="Manrope"/>
                <a:cs typeface="Manrope"/>
              </a:defRPr>
            </a:pPr>
            <a:r>
              <a:rPr sz="1500" b="1">
                <a:solidFill>
                  <a:srgbClr val="965EEB"/>
                </a:solidFill>
                <a:latin typeface="Manrope"/>
                <a:ea typeface="Manrope"/>
                <a:cs typeface="Manrope"/>
              </a:rPr>
              <a:t>2 балла</a:t>
            </a:r>
          </a:p>
        </p:txBody>
      </p:sp>
      <p:sp>
        <p:nvSpPr>
          <p:cNvPr id="1308" name="1 б: полезный tool. 1 б: вызов и результат, включая ошибочный вхо">
            <a:extLst xmlns:a="http://schemas.openxmlformats.org/drawingml/2006/main">
              <a:ext uri="{FF2B5EF4-FFF2-40B4-BE49-F238E27FC236}">
                <a16:creationId xmlns:a16="http://schemas.microsoft.com/office/drawing/2014/main" id="{51CD9F15-0F7B-45A0-AC8A-A25A7F123556}"/>
              </a:ext>
            </a:extLst>
          </p:cNvPr>
          <p:cNvSpPr>
            <a:spLocks xmlns:a="http://schemas.openxmlformats.org/drawingml/2006/main" noGrp="1"/>
          </p:cNvSpPr>
          <p:nvPr/>
        </p:nvSpPr>
        <p:spPr>
          <a:xfrm xmlns:a="http://schemas.openxmlformats.org/drawingml/2006/main">
            <a:off x="571500" y="3352800"/>
            <a:ext cx="7762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000000"/>
                </a:solidFill>
                <a:latin typeface="Manrope"/>
                <a:ea typeface="Manrope"/>
                <a:cs typeface="Manrope"/>
              </a:defRPr>
            </a:pPr>
            <a:r>
              <a:rPr sz="1200" b="0">
                <a:solidFill>
                  <a:srgbClr val="000000"/>
                </a:solidFill>
                <a:latin typeface="Manrope"/>
                <a:ea typeface="Manrope"/>
                <a:cs typeface="Manrope"/>
              </a:rPr>
              <a:t>1 б: полезный tool. 1 б: вызов и результат, включая ошибочный вход.</a:t>
            </a:r>
          </a:p>
        </p:txBody>
      </p:sp>
      <p:sp>
        <p:nvSpPr>
          <p:cNvPr id="1309" name="Подложка из композиции Avito Start">
            <a:extLst xmlns:a="http://schemas.openxmlformats.org/drawingml/2006/main">
              <a:ext uri="{FF2B5EF4-FFF2-40B4-BE49-F238E27FC236}">
                <a16:creationId xmlns:a16="http://schemas.microsoft.com/office/drawing/2014/main" id="{FEFA942C-6080-42FC-A381-C0DD2504B8C6}"/>
              </a:ext>
            </a:extLst>
          </p:cNvPr>
          <p:cNvSpPr>
            <a:spLocks xmlns:a="http://schemas.openxmlformats.org/drawingml/2006/main" noGrp="1"/>
          </p:cNvSpPr>
          <p:nvPr/>
        </p:nvSpPr>
        <p:spPr>
          <a:xfrm xmlns:a="http://schemas.openxmlformats.org/drawingml/2006/main" rot="0">
            <a:off x="571500" y="3800475"/>
            <a:ext cx="7810500" cy="19050"/>
          </a:xfrm>
          <a:prstGeom xmlns:a="http://schemas.openxmlformats.org/drawingml/2006/main" prst="rect">
            <a:avLst/>
          </a:prstGeom>
          <a:solidFill xmlns:a="http://schemas.openxmlformats.org/drawingml/2006/main">
            <a:srgbClr val="DFCEF3"/>
          </a:solidFill>
          <a:ln xmlns:a="http://schemas.openxmlformats.org/drawingml/2006/main" w="0">
            <a:noFill/>
          </a:ln>
        </p:spPr>
      </p:sp>
      <p:sp>
        <p:nvSpPr>
          <p:cNvPr id="1310" name="Г. Свободная рефлексия">
            <a:extLst xmlns:a="http://schemas.openxmlformats.org/drawingml/2006/main">
              <a:ext uri="{FF2B5EF4-FFF2-40B4-BE49-F238E27FC236}">
                <a16:creationId xmlns:a16="http://schemas.microsoft.com/office/drawing/2014/main" id="{BDE836C7-6DFB-427D-BB87-DFC0E0980AF4}"/>
              </a:ext>
            </a:extLst>
          </p:cNvPr>
          <p:cNvSpPr>
            <a:spLocks xmlns:a="http://schemas.openxmlformats.org/drawingml/2006/main" noGrp="1"/>
          </p:cNvSpPr>
          <p:nvPr/>
        </p:nvSpPr>
        <p:spPr>
          <a:xfrm xmlns:a="http://schemas.openxmlformats.org/drawingml/2006/main">
            <a:off x="571500" y="3829050"/>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75" b="1">
                <a:solidFill>
                  <a:srgbClr val="000000"/>
                </a:solidFill>
                <a:latin typeface="Manrope"/>
                <a:ea typeface="Manrope"/>
                <a:cs typeface="Manrope"/>
              </a:defRPr>
            </a:pPr>
            <a:r>
              <a:rPr sz="1575" b="1">
                <a:solidFill>
                  <a:srgbClr val="000000"/>
                </a:solidFill>
                <a:latin typeface="Manrope"/>
                <a:ea typeface="Manrope"/>
                <a:cs typeface="Manrope"/>
              </a:rPr>
              <a:t>Г. Свободная рефлексия</a:t>
            </a:r>
          </a:p>
        </p:txBody>
      </p:sp>
      <p:sp>
        <p:nvSpPr>
          <p:cNvPr id="1311" name="1 балл">
            <a:extLst xmlns:a="http://schemas.openxmlformats.org/drawingml/2006/main">
              <a:ext uri="{FF2B5EF4-FFF2-40B4-BE49-F238E27FC236}">
                <a16:creationId xmlns:a16="http://schemas.microsoft.com/office/drawing/2014/main" id="{2040D6CE-B068-4A80-87FC-515033344BC1}"/>
              </a:ext>
            </a:extLst>
          </p:cNvPr>
          <p:cNvSpPr>
            <a:spLocks xmlns:a="http://schemas.openxmlformats.org/drawingml/2006/main" noGrp="1"/>
          </p:cNvSpPr>
          <p:nvPr/>
        </p:nvSpPr>
        <p:spPr>
          <a:xfrm xmlns:a="http://schemas.openxmlformats.org/drawingml/2006/main">
            <a:off x="6981825" y="382905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1">
                <a:solidFill>
                  <a:srgbClr val="965EEB"/>
                </a:solidFill>
                <a:latin typeface="Manrope"/>
                <a:ea typeface="Manrope"/>
                <a:cs typeface="Manrope"/>
              </a:defRPr>
            </a:pPr>
            <a:r>
              <a:rPr sz="1500" b="1">
                <a:solidFill>
                  <a:srgbClr val="965EEB"/>
                </a:solidFill>
                <a:latin typeface="Manrope"/>
                <a:ea typeface="Manrope"/>
                <a:cs typeface="Manrope"/>
              </a:rPr>
              <a:t>1 балл</a:t>
            </a:r>
          </a:p>
        </p:txBody>
      </p:sp>
      <p:sp>
        <p:nvSpPr>
          <p:cNvPr id="1312" name="reflection.md с конкретными наблюдениями. Свободный формат.">
            <a:extLst xmlns:a="http://schemas.openxmlformats.org/drawingml/2006/main">
              <a:ext uri="{FF2B5EF4-FFF2-40B4-BE49-F238E27FC236}">
                <a16:creationId xmlns:a16="http://schemas.microsoft.com/office/drawing/2014/main" id="{40EE507C-8593-4604-A952-DAB1983F922B}"/>
              </a:ext>
            </a:extLst>
          </p:cNvPr>
          <p:cNvSpPr>
            <a:spLocks xmlns:a="http://schemas.openxmlformats.org/drawingml/2006/main" noGrp="1"/>
          </p:cNvSpPr>
          <p:nvPr/>
        </p:nvSpPr>
        <p:spPr>
          <a:xfrm xmlns:a="http://schemas.openxmlformats.org/drawingml/2006/main">
            <a:off x="571500" y="4143375"/>
            <a:ext cx="7762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000000"/>
                </a:solidFill>
                <a:latin typeface="Manrope"/>
                <a:ea typeface="Manrope"/>
                <a:cs typeface="Manrope"/>
              </a:defRPr>
            </a:pPr>
            <a:r>
              <a:rPr sz="1200" b="0">
                <a:solidFill>
                  <a:srgbClr val="000000"/>
                </a:solidFill>
                <a:latin typeface="Manrope"/>
                <a:ea typeface="Manrope"/>
                <a:cs typeface="Manrope"/>
              </a:rPr>
              <a:t>reflection.md с конкретными наблюдениями. Свободный формат.</a:t>
            </a:r>
          </a:p>
        </p:txBody>
      </p:sp>
      <p:sp>
        <p:nvSpPr>
          <p:cNvPr id="1313" name="Сдача: HTML предпочтителен; Markdown по блокам тоже допустим. При">
            <a:extLst xmlns:a="http://schemas.openxmlformats.org/drawingml/2006/main">
              <a:ext uri="{FF2B5EF4-FFF2-40B4-BE49-F238E27FC236}">
                <a16:creationId xmlns:a16="http://schemas.microsoft.com/office/drawing/2014/main" id="{5D1A8F2F-B695-4EA7-B7C0-35653983B1D5}"/>
              </a:ext>
            </a:extLst>
          </p:cNvPr>
          <p:cNvSpPr>
            <a:spLocks xmlns:a="http://schemas.openxmlformats.org/drawingml/2006/main" noGrp="1"/>
          </p:cNvSpPr>
          <p:nvPr/>
        </p:nvSpPr>
        <p:spPr>
          <a:xfrm xmlns:a="http://schemas.openxmlformats.org/drawingml/2006/main">
            <a:off x="571500" y="4572000"/>
            <a:ext cx="7543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863" b="0">
                <a:solidFill>
                  <a:srgbClr val="686868"/>
                </a:solidFill>
                <a:latin typeface="Manrope"/>
                <a:ea typeface="Manrope"/>
                <a:cs typeface="Manrope"/>
              </a:defRPr>
            </a:pPr>
            <a:r>
              <a:rPr sz="863" b="0">
                <a:solidFill>
                  <a:srgbClr val="686868"/>
                </a:solidFill>
                <a:latin typeface="Manrope"/>
                <a:ea typeface="Manrope"/>
                <a:cs typeface="Manrope"/>
              </a:rPr>
              <a:t>Сдача: HTML предпочтителен; Markdown по блокам тоже допустим. Приложите файлы и подтверждения.</a:t>
            </a:r>
          </a:p>
        </p:txBody>
      </p:sp>
      <p:pic>
        <p:nvPicPr>
          <p:cNvPr id="1336" name=""/>
          <p:cNvPicPr>
            <a:picLocks xmlns:a="http://schemas.openxmlformats.org/drawingml/2006/main" noChangeAspect="1"/>
          </p:cNvPicPr>
          <p:nvPr/>
        </p:nvPicPr>
        <p:blipFill>
          <a:blip xmlns:r="http://schemas.openxmlformats.org/officeDocument/2006/relationships" xmlns:a="http://schemas.openxmlformats.org/drawingml/2006/main" r:embed="R3e25001138f745da"/>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Tree>
    <p:extLst>
      <p:ext uri="{BB962C8B-B14F-4D97-AF65-F5344CB8AC3E}">
        <p14:creationId xmlns:p14="http://schemas.microsoft.com/office/powerpoint/2010/main" val="13889860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9df71912b5b4db0"/>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5">
            <a:extLst xmlns:a="http://schemas.openxmlformats.org/drawingml/2006/main">
              <a:ext uri="{FF2B5EF4-FFF2-40B4-BE49-F238E27FC236}">
                <a16:creationId xmlns:a16="http://schemas.microsoft.com/office/drawing/2014/main" id="{483875E7-ADDE-4B52-89D2-4E678D31ABD7}"/>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25</a:t>
            </a:r>
          </a:p>
        </p:txBody>
      </p:sp>
      <p:sp>
        <p:nvSpPr>
          <p:cNvPr id="3" name="Поиск по коду: что доступно в нашей версии">
            <a:extLst xmlns:a="http://schemas.openxmlformats.org/drawingml/2006/main">
              <a:ext uri="{FF2B5EF4-FFF2-40B4-BE49-F238E27FC236}">
                <a16:creationId xmlns:a16="http://schemas.microsoft.com/office/drawing/2014/main" id="{CF54A71B-BBF0-4128-A2EC-B212515A17FE}"/>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Поиск по коду: что доступно в нашей версии</a:t>
            </a:r>
          </a:p>
        </p:txBody>
      </p:sp>
      <p:sp>
        <p:nvSpPr>
          <p:cNvPr id="4" name="Ограничение LSP в OpenCode 2">
            <a:extLst xmlns:a="http://schemas.openxmlformats.org/drawingml/2006/main">
              <a:ext uri="{FF2B5EF4-FFF2-40B4-BE49-F238E27FC236}">
                <a16:creationId xmlns:a16="http://schemas.microsoft.com/office/drawing/2014/main" id="{C4995DE4-E684-4DCA-9F88-657788D68FA6}"/>
              </a:ext>
            </a:extLst>
          </p:cNvPr>
          <p:cNvSpPr>
            <a:spLocks xmlns:a="http://schemas.openxmlformats.org/drawingml/2006/main" noGrp="1"/>
          </p:cNvSpPr>
          <p:nvPr/>
        </p:nvSpPr>
        <p:spPr>
          <a:xfrm xmlns:a="http://schemas.openxmlformats.org/drawingml/2006/main">
            <a:off x="571500" y="1352550"/>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0">
                <a:solidFill>
                  <a:srgbClr val="000000"/>
                </a:solidFill>
                <a:latin typeface="Manrope"/>
                <a:ea typeface="Manrope"/>
                <a:cs typeface="Manrope"/>
              </a:defRPr>
            </a:pPr>
            <a:r>
              <a:rPr sz="1500" b="0">
                <a:solidFill>
                  <a:srgbClr val="000000"/>
                </a:solidFill>
                <a:latin typeface="Manrope"/>
                <a:ea typeface="Manrope"/>
                <a:cs typeface="Manrope"/>
                <a:hlinkClick xmlns:r="http://schemas.openxmlformats.org/officeDocument/2006/relationships" r:id="R2a6d91cb688f4c2b"/>
              </a:rPr>
              <a:t>Ограничение LSP в OpenCode 2</a:t>
            </a:r>
          </a:p>
        </p:txBody>
      </p:sp>
      <p:sp>
        <p:nvSpPr>
          <p:cNvPr id="5" name="Используем штатные lint, typecheck и тесты через check.sh. Агент ">
            <a:extLst xmlns:a="http://schemas.openxmlformats.org/drawingml/2006/main">
              <a:ext uri="{FF2B5EF4-FFF2-40B4-BE49-F238E27FC236}">
                <a16:creationId xmlns:a16="http://schemas.microsoft.com/office/drawing/2014/main" id="{6034C938-7C49-4F88-99CF-3B71AC100DD4}"/>
              </a:ext>
            </a:extLst>
          </p:cNvPr>
          <p:cNvSpPr>
            <a:spLocks xmlns:a="http://schemas.openxmlformats.org/drawingml/2006/main" noGrp="1"/>
          </p:cNvSpPr>
          <p:nvPr/>
        </p:nvSpPr>
        <p:spPr>
          <a:xfrm xmlns:a="http://schemas.openxmlformats.org/drawingml/2006/main">
            <a:off x="571500" y="1695450"/>
            <a:ext cx="7781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Используем штатные lint, typecheck и тесты через check.sh. Агент получает реальные ошибки.</a:t>
            </a:r>
          </a:p>
        </p:txBody>
      </p:sp>
      <p:sp>
        <p:nvSpPr>
          <p:cNvPr id="6" name="AST-index: исходники">
            <a:extLst xmlns:a="http://schemas.openxmlformats.org/drawingml/2006/main">
              <a:ext uri="{FF2B5EF4-FFF2-40B4-BE49-F238E27FC236}">
                <a16:creationId xmlns:a16="http://schemas.microsoft.com/office/drawing/2014/main" id="{98FA462D-324E-428B-82D9-1A63AAE7B473}"/>
              </a:ext>
            </a:extLst>
          </p:cNvPr>
          <p:cNvSpPr>
            <a:spLocks xmlns:a="http://schemas.openxmlformats.org/drawingml/2006/main" noGrp="1"/>
          </p:cNvSpPr>
          <p:nvPr/>
        </p:nvSpPr>
        <p:spPr>
          <a:xfrm xmlns:a="http://schemas.openxmlformats.org/drawingml/2006/main">
            <a:off x="571500" y="2266950"/>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500" b="0">
                <a:solidFill>
                  <a:srgbClr val="000000"/>
                </a:solidFill>
                <a:latin typeface="Manrope"/>
                <a:ea typeface="Manrope"/>
                <a:cs typeface="Manrope"/>
              </a:defRPr>
            </a:pPr>
            <a:r>
              <a:rPr sz="1500" b="0">
                <a:solidFill>
                  <a:srgbClr val="000000"/>
                </a:solidFill>
                <a:latin typeface="Manrope"/>
                <a:ea typeface="Manrope"/>
                <a:cs typeface="Manrope"/>
                <a:hlinkClick xmlns:r="http://schemas.openxmlformats.org/officeDocument/2006/relationships" r:id="R592d0a3ea2f540e3"/>
              </a:rPr>
              <a:t>AST-index: исходники</a:t>
            </a:r>
          </a:p>
        </p:txBody>
      </p:sp>
      <p:sp>
        <p:nvSpPr>
          <p:cNvPr id="7" name="Можно подключить для поиска символов в большом проекте. Нужны уст">
            <a:extLst xmlns:a="http://schemas.openxmlformats.org/drawingml/2006/main">
              <a:ext uri="{FF2B5EF4-FFF2-40B4-BE49-F238E27FC236}">
                <a16:creationId xmlns:a16="http://schemas.microsoft.com/office/drawing/2014/main" id="{3ED44CD5-4E2E-457A-9B17-D3EEFF3CC080}"/>
              </a:ext>
            </a:extLst>
          </p:cNvPr>
          <p:cNvSpPr>
            <a:spLocks xmlns:a="http://schemas.openxmlformats.org/drawingml/2006/main" noGrp="1"/>
          </p:cNvSpPr>
          <p:nvPr/>
        </p:nvSpPr>
        <p:spPr>
          <a:xfrm xmlns:a="http://schemas.openxmlformats.org/drawingml/2006/main">
            <a:off x="571500" y="2609850"/>
            <a:ext cx="7781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Можно подключить для поиска символов в большом проекте. Нужны установка, индекс и инструкция агенту.</a:t>
            </a:r>
          </a:p>
        </p:txBody>
      </p:sp>
      <p:sp>
        <p:nvSpPr>
          <p:cNvPr id="8" name="OpenCode 2.0.20: LSP-конфигурация принимается, но language server">
            <a:extLst xmlns:a="http://schemas.openxmlformats.org/drawingml/2006/main">
              <a:ext uri="{FF2B5EF4-FFF2-40B4-BE49-F238E27FC236}">
                <a16:creationId xmlns:a16="http://schemas.microsoft.com/office/drawing/2014/main" id="{940057F3-8EF6-496C-B902-A429080024B9}"/>
              </a:ext>
            </a:extLst>
          </p:cNvPr>
          <p:cNvSpPr>
            <a:spLocks xmlns:a="http://schemas.openxmlformats.org/drawingml/2006/main" noGrp="1"/>
          </p:cNvSpPr>
          <p:nvPr/>
        </p:nvSpPr>
        <p:spPr>
          <a:xfrm xmlns:a="http://schemas.openxmlformats.org/drawingml/2006/main">
            <a:off x="571500" y="40576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OpenCode 2.0.20: LSP-конфигурация принимается, но language servers, LSP tools и diagnostics пока не работают.</a:t>
            </a:r>
          </a:p>
        </p:txBody>
      </p:sp>
    </p:spTree>
    <p:extLst>
      <p:ext uri="{BB962C8B-B14F-4D97-AF65-F5344CB8AC3E}">
        <p14:creationId xmlns:p14="http://schemas.microsoft.com/office/powerpoint/2010/main" val="13889860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d43d95f412a47b9"/>
          <a:stretch xmlns:a="http://schemas.openxmlformats.org/drawingml/2006/main"/>
        </p:blipFill>
        <p:spPr>
          <a:xfrm xmlns:a="http://schemas.openxmlformats.org/drawingml/2006/main">
            <a:off x="309696" y="4774502"/>
            <a:ext cx="905656" cy="131255"/>
          </a:xfrm>
          <a:prstGeom xmlns:a="http://schemas.openxmlformats.org/drawingml/2006/main" prst="rect">
            <a:avLst/>
          </a:prstGeom>
        </p:spPr>
      </p:pic>
      <p:sp>
        <p:nvSpPr>
          <p:cNvPr id="2" name="26">
            <a:extLst xmlns:a="http://schemas.openxmlformats.org/drawingml/2006/main">
              <a:ext uri="{FF2B5EF4-FFF2-40B4-BE49-F238E27FC236}">
                <a16:creationId xmlns:a16="http://schemas.microsoft.com/office/drawing/2014/main" id="{F6982ED7-8F07-43E4-A1E3-E8160956C2BB}"/>
              </a:ext>
            </a:extLst>
          </p:cNvPr>
          <p:cNvSpPr>
            <a:spLocks xmlns:a="http://schemas.openxmlformats.org/drawingml/2006/main" noGrp="1"/>
          </p:cNvSpPr>
          <p:nvPr/>
        </p:nvSpPr>
        <p:spPr>
          <a:xfrm xmlns:a="http://schemas.openxmlformats.org/drawingml/2006/main">
            <a:off x="8239125" y="4781550"/>
            <a:ext cx="6096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7000"/>
              </a:lnSpc>
              <a:buNone/>
              <a:defRPr sz="800" b="0">
                <a:solidFill>
                  <a:srgbClr val="757575"/>
                </a:solidFill>
                <a:latin typeface="Manrope"/>
                <a:ea typeface="Manrope"/>
                <a:cs typeface="Manrope"/>
              </a:defRPr>
            </a:pPr>
            <a:r>
              <a:rPr sz="800" b="0">
                <a:solidFill>
                  <a:srgbClr val="757575"/>
                </a:solidFill>
                <a:latin typeface="Manrope"/>
                <a:ea typeface="Manrope"/>
                <a:cs typeface="Manrope"/>
              </a:rPr>
              <a:t>26</a:t>
            </a:r>
          </a:p>
        </p:txBody>
      </p:sp>
      <p:sp>
        <p:nvSpPr>
          <p:cNvPr id="3" name="Что вы теперь можете показать">
            <a:extLst xmlns:a="http://schemas.openxmlformats.org/drawingml/2006/main">
              <a:ext uri="{FF2B5EF4-FFF2-40B4-BE49-F238E27FC236}">
                <a16:creationId xmlns:a16="http://schemas.microsoft.com/office/drawing/2014/main" id="{5E1D5064-7883-4BB0-802C-DBE779190642}"/>
              </a:ext>
            </a:extLst>
          </p:cNvPr>
          <p:cNvSpPr>
            <a:spLocks xmlns:a="http://schemas.openxmlformats.org/drawingml/2006/main" noGrp="1"/>
          </p:cNvSpPr>
          <p:nvPr/>
        </p:nvSpPr>
        <p:spPr>
          <a:xfrm xmlns:a="http://schemas.openxmlformats.org/drawingml/2006/main">
            <a:off x="361950" y="447675"/>
            <a:ext cx="842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000000"/>
                </a:solidFill>
                <a:latin typeface="Manrope"/>
                <a:ea typeface="Manrope"/>
                <a:cs typeface="Manrope"/>
              </a:defRPr>
            </a:pPr>
            <a:r>
              <a:rPr sz="2400" b="1">
                <a:solidFill>
                  <a:srgbClr val="000000"/>
                </a:solidFill>
                <a:latin typeface="Manrope"/>
                <a:ea typeface="Manrope"/>
                <a:cs typeface="Manrope"/>
              </a:rPr>
              <a:t>Что вы теперь можете показать</a:t>
            </a:r>
          </a:p>
        </p:txBody>
      </p:sp>
      <p:sp>
        <p:nvSpPr>
          <p:cNvPr id="4" name="Две небольшие итерации и среда, которую можно использовать дальше">
            <a:extLst xmlns:a="http://schemas.openxmlformats.org/drawingml/2006/main">
              <a:ext uri="{FF2B5EF4-FFF2-40B4-BE49-F238E27FC236}">
                <a16:creationId xmlns:a16="http://schemas.microsoft.com/office/drawing/2014/main" id="{4F987EFB-4EED-4219-AD85-5D32E3326610}"/>
              </a:ext>
            </a:extLst>
          </p:cNvPr>
          <p:cNvSpPr>
            <a:spLocks xmlns:a="http://schemas.openxmlformats.org/drawingml/2006/main" noGrp="1"/>
          </p:cNvSpPr>
          <p:nvPr/>
        </p:nvSpPr>
        <p:spPr>
          <a:xfrm xmlns:a="http://schemas.openxmlformats.org/drawingml/2006/main">
            <a:off x="571500" y="1495425"/>
            <a:ext cx="7810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2400" b="1">
                <a:solidFill>
                  <a:srgbClr val="965EEB"/>
                </a:solidFill>
                <a:latin typeface="Manrope"/>
                <a:ea typeface="Manrope"/>
                <a:cs typeface="Manrope"/>
              </a:defRPr>
            </a:pPr>
            <a:r>
              <a:rPr sz="2400" b="1">
                <a:solidFill>
                  <a:srgbClr val="965EEB"/>
                </a:solidFill>
                <a:latin typeface="Manrope"/>
                <a:ea typeface="Manrope"/>
                <a:cs typeface="Manrope"/>
              </a:rPr>
              <a:t>Две небольшие итерации и среда, которую можно использовать дальше.</a:t>
            </a:r>
          </a:p>
        </p:txBody>
      </p:sp>
      <p:sp>
        <p:nvSpPr>
          <p:cNvPr id="5" name="Правила и skill применены. MCP дал полезный ответ. Hook проверил ">
            <a:extLst xmlns:a="http://schemas.openxmlformats.org/drawingml/2006/main">
              <a:ext uri="{FF2B5EF4-FFF2-40B4-BE49-F238E27FC236}">
                <a16:creationId xmlns:a16="http://schemas.microsoft.com/office/drawing/2014/main" id="{69C186B2-0E4C-4E7F-9F6B-4F267A4BF324}"/>
              </a:ext>
            </a:extLst>
          </p:cNvPr>
          <p:cNvSpPr>
            <a:spLocks xmlns:a="http://schemas.openxmlformats.org/drawingml/2006/main" noGrp="1"/>
          </p:cNvSpPr>
          <p:nvPr/>
        </p:nvSpPr>
        <p:spPr>
          <a:xfrm xmlns:a="http://schemas.openxmlformats.org/drawingml/2006/main">
            <a:off x="571500" y="251460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800" b="0">
                <a:solidFill>
                  <a:srgbClr val="000000"/>
                </a:solidFill>
                <a:latin typeface="Manrope"/>
                <a:ea typeface="Manrope"/>
                <a:cs typeface="Manrope"/>
              </a:defRPr>
            </a:pPr>
            <a:r>
              <a:rPr sz="1800" b="0">
                <a:solidFill>
                  <a:srgbClr val="000000"/>
                </a:solidFill>
                <a:latin typeface="Manrope"/>
                <a:ea typeface="Manrope"/>
                <a:cs typeface="Manrope"/>
              </a:rPr>
              <a:t>Правила и skill применены. MCP дал полезный ответ. Hook проверил изменение. B сделана отдельно и принята вместе с A.</a:t>
            </a:r>
          </a:p>
        </p:txBody>
      </p:sp>
      <p:sp>
        <p:nvSpPr>
          <p:cNvPr id="6" name="Назовите один механизм, который помог, и одно место, где потребов">
            <a:extLst xmlns:a="http://schemas.openxmlformats.org/drawingml/2006/main">
              <a:ext uri="{FF2B5EF4-FFF2-40B4-BE49-F238E27FC236}">
                <a16:creationId xmlns:a16="http://schemas.microsoft.com/office/drawing/2014/main" id="{F4BE9626-69F2-4969-B7B5-20DD71599F32}"/>
              </a:ext>
            </a:extLst>
          </p:cNvPr>
          <p:cNvSpPr>
            <a:spLocks xmlns:a="http://schemas.openxmlformats.org/drawingml/2006/main" noGrp="1"/>
          </p:cNvSpPr>
          <p:nvPr/>
        </p:nvSpPr>
        <p:spPr>
          <a:xfrm xmlns:a="http://schemas.openxmlformats.org/drawingml/2006/main">
            <a:off x="571500" y="357187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200" b="0">
                <a:solidFill>
                  <a:srgbClr val="454545"/>
                </a:solidFill>
                <a:latin typeface="Manrope"/>
                <a:ea typeface="Manrope"/>
                <a:cs typeface="Manrope"/>
              </a:defRPr>
            </a:pPr>
            <a:r>
              <a:rPr sz="1200" b="0">
                <a:solidFill>
                  <a:srgbClr val="454545"/>
                </a:solidFill>
                <a:latin typeface="Manrope"/>
                <a:ea typeface="Manrope"/>
                <a:cs typeface="Manrope"/>
              </a:rPr>
              <a:t>Назовите один механизм, который помог, и одно место, где потребовалось ваше решение.</a:t>
            </a:r>
          </a:p>
        </p:txBody>
      </p:sp>
      <p:sp>
        <p:nvSpPr>
          <p:cNvPr id="7" name="Что сделали сами? Что продолжите дома?">
            <a:extLst xmlns:a="http://schemas.openxmlformats.org/drawingml/2006/main">
              <a:ext uri="{FF2B5EF4-FFF2-40B4-BE49-F238E27FC236}">
                <a16:creationId xmlns:a16="http://schemas.microsoft.com/office/drawing/2014/main" id="{FD7CE31A-55B0-48A7-92A0-3299F4FCFA49}"/>
              </a:ext>
            </a:extLst>
          </p:cNvPr>
          <p:cNvSpPr>
            <a:spLocks xmlns:a="http://schemas.openxmlformats.org/drawingml/2006/main" noGrp="1"/>
          </p:cNvSpPr>
          <p:nvPr/>
        </p:nvSpPr>
        <p:spPr>
          <a:xfrm xmlns:a="http://schemas.openxmlformats.org/drawingml/2006/main">
            <a:off x="571500" y="41433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650" b="1">
                <a:solidFill>
                  <a:srgbClr val="000000"/>
                </a:solidFill>
                <a:latin typeface="Manrope"/>
                <a:ea typeface="Manrope"/>
                <a:cs typeface="Manrope"/>
              </a:defRPr>
            </a:pPr>
            <a:r>
              <a:rPr sz="1650" b="1">
                <a:solidFill>
                  <a:srgbClr val="000000"/>
                </a:solidFill>
                <a:latin typeface="Manrope"/>
                <a:ea typeface="Manrope"/>
                <a:cs typeface="Manrope"/>
              </a:rPr>
              <a:t>Что сделали сами? Что продолжите дома?</a:t>
            </a:r>
          </a:p>
        </p:txBody>
      </p:sp>
    </p:spTree>
    <p:extLst>
      <p:ext uri="{BB962C8B-B14F-4D97-AF65-F5344CB8AC3E}">
        <p14:creationId xmlns:p14="http://schemas.microsoft.com/office/powerpoint/2010/main" val="138898608"/>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2026-09-30T10:00:36.4430000Z</dcterms:created>
  <dcterms:modified xsi:type="dcterms:W3CDTF">2026-09-30T10:00:36.4430000Z</dcterms:modified>
</coreProperties>
</file>